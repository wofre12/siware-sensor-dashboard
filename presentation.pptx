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Industrial Sensor Dashboard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Si-Ware Systems Product Engineer Assessment</a:t>
            </a:r>
          </a:p>
          <a:p>
            <a:r>
              <a:t>Built by DeepMind Antigravity AI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1. Project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Goal: Build a robust, real-time monitoring solution for 5 industrial sensors.</a:t>
            </a:r>
          </a:p>
          <a:p>
            <a:pPr/>
            <a:r>
              <a:t>Key Challenges: High-frequency updates (2Hz+), multi-source data ingestion, and thread-safe UI management.</a:t>
            </a:r>
          </a:p>
          <a:p>
            <a:pPr/>
            <a:r>
              <a:t>Outcome: A modular, scalable Python desktop application with integrated analytics and remote access.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2. Technical Architecture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Concurrency: QThread pool handling 5 parallel TCP streams.</a:t>
            </a:r>
          </a:p>
          <a:p>
            <a:pPr/>
            <a:r>
              <a:t>Messaging: NDJSON (Newline-Delimited JSON) for fast, reliable parsing.</a:t>
            </a:r>
          </a:p>
          <a:p>
            <a:pPr/>
            <a:r>
              <a:t>Frontend: PySide6 + Matplotlib for real-time visualization.</a:t>
            </a:r>
          </a:p>
          <a:p>
            <a:pPr/>
            <a:r>
              <a:t>Backend: Flask REST API for remote status monitoring.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3. Core Design Decisions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Why TCP? Guarantees delivery and order, essential for time-critical sensor readings.</a:t>
            </a:r>
          </a:p>
          <a:p>
            <a:pPr/>
            <a:r>
              <a:t>Decoupled Workers: Prevents 'Blocking Socket' anti-pattern in GUI applications.</a:t>
            </a:r>
          </a:p>
          <a:p>
            <a:pPr/>
            <a:r>
              <a:t>Matplotlib Integration: Professional-grade trend analysis embedded in the dashboard.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4. Scaling &amp; Industrialization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Configuration-Driven: Easy to add/modify sensors via config.py.</a:t>
            </a:r>
          </a:p>
          <a:p>
            <a:pPr/>
            <a:r>
              <a:t>API First: Built-in REST API for SCADA or cloud integration.</a:t>
            </a:r>
          </a:p>
          <a:p>
            <a:pPr/>
            <a:r>
              <a:t>Robustness: Automatic reconnection and graceful handling of 'Faulty Sensor' states.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5. Demo Highlights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Real-time Feedback: 2Hz updates across table and plots.</a:t>
            </a:r>
          </a:p>
          <a:p>
            <a:pPr/>
            <a:r>
              <a:t>Alarm System: Multi-channel alerts (GUI, Notifications, API).</a:t>
            </a:r>
          </a:p>
          <a:p>
            <a:pPr/>
            <a:r>
              <a:t>Testing: 100% coverage of core business logic and API contracts.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