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7"/>
  </p:notesMasterIdLst>
  <p:sldIdLst>
    <p:sldId id="256" r:id="rId2"/>
    <p:sldId id="297" r:id="rId3"/>
    <p:sldId id="257" r:id="rId4"/>
    <p:sldId id="258" r:id="rId5"/>
    <p:sldId id="260" r:id="rId6"/>
    <p:sldId id="298" r:id="rId7"/>
    <p:sldId id="300" r:id="rId8"/>
    <p:sldId id="301" r:id="rId9"/>
    <p:sldId id="299" r:id="rId10"/>
    <p:sldId id="261" r:id="rId11"/>
    <p:sldId id="302" r:id="rId12"/>
    <p:sldId id="262" r:id="rId13"/>
    <p:sldId id="263" r:id="rId14"/>
    <p:sldId id="264" r:id="rId15"/>
    <p:sldId id="296" r:id="rId16"/>
  </p:sldIdLst>
  <p:sldSz cx="9144000" cy="5143500" type="screen16x9"/>
  <p:notesSz cx="6858000" cy="9144000"/>
  <p:embeddedFontLst>
    <p:embeddedFont>
      <p:font typeface="Barlow" panose="00000500000000000000" pitchFamily="2" charset="0"/>
      <p:regular r:id="rId18"/>
      <p:bold r:id="rId19"/>
      <p:italic r:id="rId20"/>
      <p:boldItalic r:id="rId21"/>
    </p:embeddedFont>
    <p:embeddedFont>
      <p:font typeface="Barlow Condensed" panose="00000506000000000000" pitchFamily="2" charset="0"/>
      <p:regular r:id="rId22"/>
      <p:bold r:id="rId23"/>
      <p:italic r:id="rId24"/>
      <p:boldItalic r:id="rId25"/>
    </p:embeddedFont>
    <p:embeddedFont>
      <p:font typeface="Barlow Condensed SemiBold" panose="00000706000000000000" pitchFamily="2" charset="0"/>
      <p:regular r:id="rId26"/>
      <p:bold r:id="rId27"/>
      <p:italic r:id="rId28"/>
      <p:boldItalic r:id="rId29"/>
    </p:embeddedFont>
    <p:embeddedFont>
      <p:font typeface="Roboto Condensed Light" panose="02000000000000000000" pitchFamily="2" charset="0"/>
      <p:regular r:id="rId30"/>
      <p: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8739AC6-2AF7-4346-925E-C338612FC475}">
  <a:tblStyle styleId="{F8739AC6-2AF7-4346-925E-C338612FC47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97" autoAdjust="0"/>
  </p:normalViewPr>
  <p:slideViewPr>
    <p:cSldViewPr snapToGrid="0">
      <p:cViewPr>
        <p:scale>
          <a:sx n="82" d="100"/>
          <a:sy n="82" d="100"/>
        </p:scale>
        <p:origin x="1474" y="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Masaa’ </a:t>
            </a:r>
            <a:r>
              <a:rPr lang="en-US" dirty="0" err="1"/>
              <a:t>el</a:t>
            </a:r>
            <a:r>
              <a:rPr lang="en-US" dirty="0"/>
              <a:t> khair, ana Gehad Mohamed.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First of all, 7abbaa </a:t>
            </a:r>
            <a:r>
              <a:rPr lang="en-US" dirty="0" err="1"/>
              <a:t>ashkor</a:t>
            </a:r>
            <a:r>
              <a:rPr lang="en-US" dirty="0"/>
              <a:t> 7adaratko 3ala opportunity di w I’m really glad I’m here today.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3iza </a:t>
            </a:r>
            <a:r>
              <a:rPr lang="en-US" dirty="0" err="1"/>
              <a:t>abl</a:t>
            </a:r>
            <a:r>
              <a:rPr lang="en-US" dirty="0"/>
              <a:t> mbd2 a3araf </a:t>
            </a:r>
            <a:r>
              <a:rPr lang="en-US" dirty="0" err="1"/>
              <a:t>nafsy</a:t>
            </a:r>
            <a:r>
              <a:rPr lang="en-US" dirty="0"/>
              <a:t> shwaya.</a:t>
            </a:r>
            <a:br>
              <a:rPr lang="en-US" dirty="0"/>
            </a:br>
            <a:r>
              <a:rPr lang="en-US" dirty="0"/>
              <a:t>I’d just recently graduated from the Faculty of Engineering, Ain Shams University, with a </a:t>
            </a:r>
            <a:r>
              <a:rPr lang="en-US" dirty="0" err="1"/>
              <a:t>gpa</a:t>
            </a:r>
            <a:r>
              <a:rPr lang="en-US" dirty="0"/>
              <a:t> of 3.4.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5elal l </a:t>
            </a:r>
            <a:r>
              <a:rPr lang="en-US" dirty="0" err="1"/>
              <a:t>sanaten</a:t>
            </a:r>
            <a:r>
              <a:rPr lang="en-US" dirty="0"/>
              <a:t> l </a:t>
            </a:r>
            <a:r>
              <a:rPr lang="en-US" dirty="0" err="1"/>
              <a:t>fato</a:t>
            </a:r>
            <a:r>
              <a:rPr lang="en-US" dirty="0"/>
              <a:t> 3mlt kaza internship, </a:t>
            </a:r>
            <a:r>
              <a:rPr lang="en-US" dirty="0" err="1"/>
              <a:t>eddoni</a:t>
            </a:r>
            <a:r>
              <a:rPr lang="en-US" dirty="0"/>
              <a:t> exposure 7lw awi le real projects, w 3alemoni 7agat </a:t>
            </a:r>
            <a:r>
              <a:rPr lang="en-US" dirty="0" err="1"/>
              <a:t>keteer</a:t>
            </a:r>
            <a:r>
              <a:rPr lang="en-US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dirty="0"/>
            </a:br>
            <a:r>
              <a:rPr lang="en-US" dirty="0"/>
              <a:t>Fe </a:t>
            </a:r>
            <a:r>
              <a:rPr lang="en-US" dirty="0" err="1"/>
              <a:t>Ejada</a:t>
            </a:r>
            <a:r>
              <a:rPr lang="en-US" dirty="0"/>
              <a:t> Kont Data Management w Business Intelligence intern, esht8alt 3ala Informatica </a:t>
            </a:r>
            <a:r>
              <a:rPr lang="en-US" dirty="0" err="1"/>
              <a:t>Powercenter</a:t>
            </a:r>
            <a:r>
              <a:rPr lang="en-US" dirty="0"/>
              <a:t> w es5damet Oracle SQL Developer w </a:t>
            </a:r>
            <a:r>
              <a:rPr lang="en-US" dirty="0" err="1"/>
              <a:t>mn</a:t>
            </a:r>
            <a:r>
              <a:rPr lang="en-US" dirty="0"/>
              <a:t> 5elal l technologies d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eli</a:t>
            </a:r>
            <a:r>
              <a:rPr lang="en-US" dirty="0"/>
              <a:t> </a:t>
            </a:r>
            <a:r>
              <a:rPr lang="en-US" dirty="0" err="1"/>
              <a:t>edert</a:t>
            </a:r>
            <a:r>
              <a:rPr lang="en-US" dirty="0"/>
              <a:t> </a:t>
            </a:r>
            <a:r>
              <a:rPr lang="en-US" dirty="0" err="1"/>
              <a:t>abny</a:t>
            </a:r>
            <a:r>
              <a:rPr lang="en-US" dirty="0"/>
              <a:t> multiple ETL workflows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r>
              <a:rPr lang="en-US" dirty="0" err="1"/>
              <a:t>fe</a:t>
            </a:r>
            <a:r>
              <a:rPr lang="en-US" dirty="0"/>
              <a:t> DMS I built forecasting models w 3mlt dashboards 3ala Report server to get actionable insights from the forecasts w 3mlt Apache </a:t>
            </a:r>
            <a:r>
              <a:rPr lang="en-US" dirty="0" err="1"/>
              <a:t>NiFi</a:t>
            </a:r>
            <a:r>
              <a:rPr lang="en-US" dirty="0"/>
              <a:t> automated data pipelines, which handled data transformations.</a:t>
            </a:r>
            <a:br>
              <a:rPr lang="en-US" dirty="0"/>
            </a:br>
            <a:r>
              <a:rPr lang="en-US" dirty="0"/>
              <a:t>B3d l experience de, le2ait </a:t>
            </a:r>
            <a:r>
              <a:rPr lang="en-US" dirty="0" err="1"/>
              <a:t>eni</a:t>
            </a:r>
            <a:r>
              <a:rPr lang="en-US" dirty="0"/>
              <a:t> ana more interested lel backend, APIs, w system integration. 3shan dol </a:t>
            </a:r>
            <a:r>
              <a:rPr lang="en-US" dirty="0" err="1"/>
              <a:t>el</a:t>
            </a:r>
            <a:r>
              <a:rPr lang="en-US" dirty="0"/>
              <a:t> core parts l y5alo l systems clean w reliable w scalable.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dirty="0"/>
            </a:br>
            <a:r>
              <a:rPr lang="en-US" dirty="0"/>
              <a:t>Soft skills wise, I’m a very organized person, ba7eb l problem solving, very structured in my thinking, w I like to communicate clearly and collaborate with the team.</a:t>
            </a:r>
            <a:br>
              <a:rPr lang="en-US" dirty="0"/>
            </a:br>
            <a:r>
              <a:rPr lang="en-US" dirty="0"/>
              <a:t>I’m very interested in learning new technologies constantly.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dirty="0"/>
            </a:br>
            <a:r>
              <a:rPr lang="en-US" dirty="0"/>
              <a:t>W da 5alani a7es </a:t>
            </a:r>
            <a:r>
              <a:rPr lang="en-US" dirty="0" err="1"/>
              <a:t>enno</a:t>
            </a:r>
            <a:r>
              <a:rPr lang="en-US" dirty="0"/>
              <a:t> Application Integration Engineer role very aligned with what I want to do, which is why I’m excited to present to you today.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7">
          <a:extLst>
            <a:ext uri="{FF2B5EF4-FFF2-40B4-BE49-F238E27FC236}">
              <a16:creationId xmlns:a16="http://schemas.microsoft.com/office/drawing/2014/main" id="{671C2ECE-A551-A4EE-E1A4-778D3BAF3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db0f9523dd_0_68:notes">
            <a:extLst>
              <a:ext uri="{FF2B5EF4-FFF2-40B4-BE49-F238E27FC236}">
                <a16:creationId xmlns:a16="http://schemas.microsoft.com/office/drawing/2014/main" id="{FA06E433-DA48-883C-319C-705C80BA26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9" name="Google Shape;1179;gdb0f9523dd_0_68:notes">
            <a:extLst>
              <a:ext uri="{FF2B5EF4-FFF2-40B4-BE49-F238E27FC236}">
                <a16:creationId xmlns:a16="http://schemas.microsoft.com/office/drawing/2014/main" id="{4012AB80-A524-F697-5CB4-96F56FB270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Sumerge</a:t>
            </a:r>
            <a:r>
              <a:rPr lang="en-US" dirty="0"/>
              <a:t> msh </a:t>
            </a:r>
            <a:r>
              <a:rPr lang="en-US" dirty="0" err="1"/>
              <a:t>mogarada</a:t>
            </a:r>
            <a:r>
              <a:rPr lang="en-US" dirty="0"/>
              <a:t> a general software company w da l 5alany interested </a:t>
            </a:r>
            <a:r>
              <a:rPr lang="en-US" dirty="0" err="1"/>
              <a:t>feha</a:t>
            </a:r>
            <a:r>
              <a:rPr lang="en-US" dirty="0"/>
              <a:t> le2an </a:t>
            </a:r>
            <a:r>
              <a:rPr lang="en-US" dirty="0" err="1"/>
              <a:t>elly</a:t>
            </a:r>
            <a:r>
              <a:rPr lang="en-US" dirty="0"/>
              <a:t> </a:t>
            </a:r>
            <a:r>
              <a:rPr lang="en-US" dirty="0" err="1"/>
              <a:t>bashoofo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Sumerge</a:t>
            </a:r>
            <a:r>
              <a:rPr lang="en-US" dirty="0"/>
              <a:t> </a:t>
            </a:r>
            <a:r>
              <a:rPr lang="en-US" dirty="0" err="1"/>
              <a:t>hia</a:t>
            </a:r>
            <a:r>
              <a:rPr lang="en-US" dirty="0"/>
              <a:t> technology partner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Btesa3ed organizations </a:t>
            </a:r>
            <a:r>
              <a:rPr lang="en-US" dirty="0" err="1"/>
              <a:t>zay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7komat, banking, telecom, w large enterprises </a:t>
            </a:r>
            <a:r>
              <a:rPr lang="en-US" dirty="0" err="1"/>
              <a:t>enohom</a:t>
            </a:r>
            <a:r>
              <a:rPr lang="en-US" dirty="0"/>
              <a:t> y modernize l services w l systems bt3thom.</a:t>
            </a:r>
            <a:br>
              <a:rPr lang="en-US" dirty="0"/>
            </a:br>
            <a:r>
              <a:rPr lang="en-US" dirty="0" err="1"/>
              <a:t>Sumerge</a:t>
            </a:r>
            <a:r>
              <a:rPr lang="en-US" dirty="0"/>
              <a:t> has been operating since 2005, w 3la </a:t>
            </a:r>
            <a:r>
              <a:rPr lang="en-US" dirty="0" err="1"/>
              <a:t>madar</a:t>
            </a:r>
            <a:r>
              <a:rPr lang="en-US" dirty="0"/>
              <a:t> L </a:t>
            </a:r>
            <a:r>
              <a:rPr lang="en-US" dirty="0" err="1"/>
              <a:t>senen</a:t>
            </a:r>
            <a:r>
              <a:rPr lang="en-US" dirty="0"/>
              <a:t> 3mlt projects </a:t>
            </a:r>
            <a:r>
              <a:rPr lang="en-US" dirty="0" err="1"/>
              <a:t>keteer</a:t>
            </a:r>
            <a:r>
              <a:rPr lang="en-US" dirty="0"/>
              <a:t> across the Middle East w Africa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6352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dd0c7d16c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dd0c7d16c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Htkllm</a:t>
            </a:r>
            <a:r>
              <a:rPr lang="en-US" dirty="0"/>
              <a:t> </a:t>
            </a:r>
            <a:r>
              <a:rPr lang="en-US" dirty="0" err="1"/>
              <a:t>naharda</a:t>
            </a:r>
            <a:r>
              <a:rPr lang="en-US" dirty="0"/>
              <a:t> 3n 3 main points.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r>
              <a:rPr lang="en-US" dirty="0" err="1"/>
              <a:t>Awalan</a:t>
            </a:r>
            <a:r>
              <a:rPr lang="en-US" dirty="0"/>
              <a:t> 3n </a:t>
            </a:r>
            <a:r>
              <a:rPr lang="en-US" dirty="0" err="1"/>
              <a:t>Sumerge</a:t>
            </a:r>
            <a:r>
              <a:rPr lang="en-US" dirty="0"/>
              <a:t>, w </a:t>
            </a:r>
            <a:r>
              <a:rPr lang="en-US" dirty="0" err="1"/>
              <a:t>fhmy</a:t>
            </a:r>
            <a:r>
              <a:rPr lang="en-US" dirty="0"/>
              <a:t> </a:t>
            </a:r>
            <a:r>
              <a:rPr lang="en-US" dirty="0" err="1"/>
              <a:t>leha</a:t>
            </a:r>
            <a:r>
              <a:rPr lang="en-US" dirty="0"/>
              <a:t> wel services l bt2ademha. </a:t>
            </a:r>
            <a:r>
              <a:rPr lang="en-US" dirty="0" err="1"/>
              <a:t>Saneyan</a:t>
            </a:r>
            <a:r>
              <a:rPr lang="en-US" dirty="0"/>
              <a:t> l Application Integration Engineer role w mas2ooleyato.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dirty="0"/>
            </a:br>
            <a:r>
              <a:rPr lang="en-US" dirty="0"/>
              <a:t>W a7eran </a:t>
            </a:r>
            <a:r>
              <a:rPr lang="en-US" dirty="0" err="1"/>
              <a:t>htkllm</a:t>
            </a:r>
            <a:r>
              <a:rPr lang="en-US" dirty="0"/>
              <a:t> 3n the value I bring </a:t>
            </a:r>
            <a:r>
              <a:rPr lang="en-US" dirty="0" err="1"/>
              <a:t>mn</a:t>
            </a:r>
            <a:r>
              <a:rPr lang="en-US" dirty="0"/>
              <a:t> 5elal l technical background bt3ti w taree2t sho8ly w ezay h contribute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to your integration team in the short &amp; long run.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dirty="0"/>
            </a:br>
            <a:r>
              <a:rPr lang="en-US" dirty="0"/>
              <a:t>Hawada7 le 7adaratko men 5elal l presentation di how I think about integration, ezay b deal with challenges,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 leh ana mota7amesa </a:t>
            </a:r>
            <a:r>
              <a:rPr lang="en-US" dirty="0" err="1"/>
              <a:t>eni</a:t>
            </a:r>
            <a:r>
              <a:rPr lang="en-US" dirty="0"/>
              <a:t> a grow my career hena </a:t>
            </a:r>
            <a:r>
              <a:rPr lang="en-US" dirty="0" err="1"/>
              <a:t>fe</a:t>
            </a:r>
            <a:r>
              <a:rPr lang="en-US" dirty="0"/>
              <a:t> </a:t>
            </a:r>
            <a:r>
              <a:rPr lang="en-US" dirty="0" err="1"/>
              <a:t>Sumerge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39119f1897f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g39119f1897f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39119f1897f_0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0" name="Google Shape;1240;g39119f1897f_0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What’s quite unique is that </a:t>
            </a:r>
            <a:r>
              <a:rPr lang="en-US" dirty="0" err="1"/>
              <a:t>Sumerge</a:t>
            </a:r>
            <a:r>
              <a:rPr lang="en-US" dirty="0"/>
              <a:t> bit focus 3ala enaha t ensure business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effectiveness w efficiency msh bas enaha t deliver code.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4">
          <a:extLst>
            <a:ext uri="{FF2B5EF4-FFF2-40B4-BE49-F238E27FC236}">
              <a16:creationId xmlns:a16="http://schemas.microsoft.com/office/drawing/2014/main" id="{6FA2CAE4-D320-8B65-EDCF-FBFAE009B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39119f1897f_0_84:notes">
            <a:extLst>
              <a:ext uri="{FF2B5EF4-FFF2-40B4-BE49-F238E27FC236}">
                <a16:creationId xmlns:a16="http://schemas.microsoft.com/office/drawing/2014/main" id="{096F0E5E-5F54-B695-7B57-4E03F41706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g39119f1897f_0_84:notes">
            <a:extLst>
              <a:ext uri="{FF2B5EF4-FFF2-40B4-BE49-F238E27FC236}">
                <a16:creationId xmlns:a16="http://schemas.microsoft.com/office/drawing/2014/main" id="{81A27633-6C9C-3B73-26D9-C8623285E0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1952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5">
          <a:extLst>
            <a:ext uri="{FF2B5EF4-FFF2-40B4-BE49-F238E27FC236}">
              <a16:creationId xmlns:a16="http://schemas.microsoft.com/office/drawing/2014/main" id="{6E90E64E-488D-2D0D-0C6B-3FE47D432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39119f1897f_0_537:notes">
            <a:extLst>
              <a:ext uri="{FF2B5EF4-FFF2-40B4-BE49-F238E27FC236}">
                <a16:creationId xmlns:a16="http://schemas.microsoft.com/office/drawing/2014/main" id="{C0421F92-66FA-C344-82E0-3364A4DB28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g39119f1897f_0_537:notes">
            <a:extLst>
              <a:ext uri="{FF2B5EF4-FFF2-40B4-BE49-F238E27FC236}">
                <a16:creationId xmlns:a16="http://schemas.microsoft.com/office/drawing/2014/main" id="{AB5C1A5F-CFE7-6975-1522-9052A17187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Sumerge</a:t>
            </a:r>
            <a:r>
              <a:rPr lang="en-US" dirty="0"/>
              <a:t> sa3det </a:t>
            </a:r>
            <a:r>
              <a:rPr lang="en-US" dirty="0" err="1"/>
              <a:t>fe</a:t>
            </a:r>
            <a:r>
              <a:rPr lang="en-US" dirty="0"/>
              <a:t> 12+ e-services integrated fel app bta3 </a:t>
            </a:r>
            <a:r>
              <a:rPr lang="en-US" dirty="0" err="1"/>
              <a:t>Tawakkalna</a:t>
            </a:r>
            <a:r>
              <a:rPr lang="en-US" dirty="0"/>
              <a:t> l tabe3 l </a:t>
            </a:r>
            <a:r>
              <a:rPr lang="en-US" dirty="0" err="1"/>
              <a:t>wezarat</a:t>
            </a:r>
            <a:r>
              <a:rPr lang="en-US" dirty="0"/>
              <a:t> l </a:t>
            </a:r>
            <a:r>
              <a:rPr lang="en-US" dirty="0" err="1"/>
              <a:t>mawared</a:t>
            </a:r>
            <a:r>
              <a:rPr lang="en-US" dirty="0"/>
              <a:t> l </a:t>
            </a:r>
            <a:r>
              <a:rPr lang="en-US" dirty="0" err="1"/>
              <a:t>bashareya</a:t>
            </a:r>
            <a:r>
              <a:rPr lang="en-US" dirty="0"/>
              <a:t> w L </a:t>
            </a:r>
            <a:r>
              <a:rPr lang="en-US" dirty="0" err="1"/>
              <a:t>tanmeya</a:t>
            </a:r>
            <a:r>
              <a:rPr lang="en-US" dirty="0"/>
              <a:t> L egtema3eya.</a:t>
            </a:r>
            <a:br>
              <a:rPr lang="en-US" dirty="0"/>
            </a:br>
            <a:r>
              <a:rPr lang="en-US" dirty="0" err="1"/>
              <a:t>Sumerge</a:t>
            </a:r>
            <a:r>
              <a:rPr lang="en-US" dirty="0"/>
              <a:t> sa3dthom y scale quickly regardless of tight timelines.</a:t>
            </a:r>
            <a:br>
              <a:rPr lang="en-US" dirty="0"/>
            </a:br>
            <a:r>
              <a:rPr lang="en-US" dirty="0"/>
              <a:t>L projects d 5aletni ashoof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Sumerge</a:t>
            </a:r>
            <a:r>
              <a:rPr lang="en-US" dirty="0"/>
              <a:t> msh </a:t>
            </a:r>
            <a:r>
              <a:rPr lang="en-US" dirty="0" err="1"/>
              <a:t>betebni</a:t>
            </a:r>
            <a:r>
              <a:rPr lang="en-US" dirty="0"/>
              <a:t> standalone applications, </a:t>
            </a:r>
            <a:r>
              <a:rPr lang="en-US" dirty="0" err="1"/>
              <a:t>enama</a:t>
            </a:r>
            <a:r>
              <a:rPr lang="en-US" dirty="0"/>
              <a:t> </a:t>
            </a:r>
            <a:r>
              <a:rPr lang="en-US" dirty="0" err="1"/>
              <a:t>betebni</a:t>
            </a:r>
            <a:r>
              <a:rPr lang="en-US" dirty="0"/>
              <a:t> integration heavy platforms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that connect banks, ministries, channels in a reliable way.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45611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5">
          <a:extLst>
            <a:ext uri="{FF2B5EF4-FFF2-40B4-BE49-F238E27FC236}">
              <a16:creationId xmlns:a16="http://schemas.microsoft.com/office/drawing/2014/main" id="{3C33592F-40F8-94FE-44E4-4934B5262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39119f1897f_0_537:notes">
            <a:extLst>
              <a:ext uri="{FF2B5EF4-FFF2-40B4-BE49-F238E27FC236}">
                <a16:creationId xmlns:a16="http://schemas.microsoft.com/office/drawing/2014/main" id="{234C75A5-7A78-E568-0397-DEF4C9C56A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g39119f1897f_0_537:notes">
            <a:extLst>
              <a:ext uri="{FF2B5EF4-FFF2-40B4-BE49-F238E27FC236}">
                <a16:creationId xmlns:a16="http://schemas.microsoft.com/office/drawing/2014/main" id="{D9AE53E3-3FE8-EB2B-0131-7F356AD2CF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Sumerge</a:t>
            </a:r>
            <a:r>
              <a:rPr lang="en-US" dirty="0"/>
              <a:t> sa3det </a:t>
            </a:r>
            <a:r>
              <a:rPr lang="en-US" dirty="0" err="1"/>
              <a:t>fe</a:t>
            </a:r>
            <a:r>
              <a:rPr lang="en-US" dirty="0"/>
              <a:t> 12+ e-services integrated fel app bta3 </a:t>
            </a:r>
            <a:r>
              <a:rPr lang="en-US" dirty="0" err="1"/>
              <a:t>Tawakkalna</a:t>
            </a:r>
            <a:r>
              <a:rPr lang="en-US" dirty="0"/>
              <a:t> l tabe3 l </a:t>
            </a:r>
            <a:r>
              <a:rPr lang="en-US" dirty="0" err="1"/>
              <a:t>wezarat</a:t>
            </a:r>
            <a:r>
              <a:rPr lang="en-US" dirty="0"/>
              <a:t> l </a:t>
            </a:r>
            <a:r>
              <a:rPr lang="en-US" dirty="0" err="1"/>
              <a:t>mawared</a:t>
            </a:r>
            <a:r>
              <a:rPr lang="en-US" dirty="0"/>
              <a:t> l </a:t>
            </a:r>
            <a:r>
              <a:rPr lang="en-US" dirty="0" err="1"/>
              <a:t>bashareya</a:t>
            </a:r>
            <a:r>
              <a:rPr lang="en-US" dirty="0"/>
              <a:t> w L </a:t>
            </a:r>
            <a:r>
              <a:rPr lang="en-US" dirty="0" err="1"/>
              <a:t>tanmeya</a:t>
            </a:r>
            <a:r>
              <a:rPr lang="en-US" dirty="0"/>
              <a:t> L egtema3eya.</a:t>
            </a:r>
            <a:br>
              <a:rPr lang="en-US" dirty="0"/>
            </a:br>
            <a:r>
              <a:rPr lang="en-US" dirty="0" err="1"/>
              <a:t>Sumerge</a:t>
            </a:r>
            <a:r>
              <a:rPr lang="en-US" dirty="0"/>
              <a:t> sa3dthom y scale quickly regardless of tight timelines.</a:t>
            </a:r>
            <a:br>
              <a:rPr lang="en-US" dirty="0"/>
            </a:br>
            <a:r>
              <a:rPr lang="en-US" dirty="0"/>
              <a:t>L projects d 5aletni ashoof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Sumerge</a:t>
            </a:r>
            <a:r>
              <a:rPr lang="en-US" dirty="0"/>
              <a:t> msh </a:t>
            </a:r>
            <a:r>
              <a:rPr lang="en-US" dirty="0" err="1"/>
              <a:t>betebni</a:t>
            </a:r>
            <a:r>
              <a:rPr lang="en-US" dirty="0"/>
              <a:t> standalone applications, </a:t>
            </a:r>
            <a:r>
              <a:rPr lang="en-US" dirty="0" err="1"/>
              <a:t>enama</a:t>
            </a:r>
            <a:r>
              <a:rPr lang="en-US" dirty="0"/>
              <a:t> </a:t>
            </a:r>
            <a:r>
              <a:rPr lang="en-US" dirty="0" err="1"/>
              <a:t>betebni</a:t>
            </a:r>
            <a:r>
              <a:rPr lang="en-US" dirty="0"/>
              <a:t> integration heavy platforms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that connect banks, ministries, channels in a reliable way.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691540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4">
          <a:extLst>
            <a:ext uri="{FF2B5EF4-FFF2-40B4-BE49-F238E27FC236}">
              <a16:creationId xmlns:a16="http://schemas.microsoft.com/office/drawing/2014/main" id="{7AC51F92-6B04-295B-DB6F-C1CFB16DE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39119f1897f_0_84:notes">
            <a:extLst>
              <a:ext uri="{FF2B5EF4-FFF2-40B4-BE49-F238E27FC236}">
                <a16:creationId xmlns:a16="http://schemas.microsoft.com/office/drawing/2014/main" id="{0B13F19E-1A9E-48C0-99E0-0744A94EBF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g39119f1897f_0_84:notes">
            <a:extLst>
              <a:ext uri="{FF2B5EF4-FFF2-40B4-BE49-F238E27FC236}">
                <a16:creationId xmlns:a16="http://schemas.microsoft.com/office/drawing/2014/main" id="{DDE77276-81B0-F247-C751-C0695571ED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515469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39119f1897f_0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39119f1897f_0_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El mission bt3t </a:t>
            </a:r>
            <a:r>
              <a:rPr lang="en-US" dirty="0" err="1"/>
              <a:t>Sumerge</a:t>
            </a:r>
            <a:r>
              <a:rPr lang="en-US" dirty="0"/>
              <a:t> </a:t>
            </a:r>
            <a:r>
              <a:rPr lang="en-US" dirty="0" err="1"/>
              <a:t>enha</a:t>
            </a:r>
            <a:r>
              <a:rPr lang="en-US" dirty="0"/>
              <a:t> t2adem high-end software solutions w services that improve business operations,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while building strong long-term relationships with customers w maintaining service quality.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dirty="0"/>
            </a:br>
            <a:r>
              <a:rPr lang="en-US" dirty="0"/>
              <a:t>Your vision is to be one of the leading technology and software solution providers fel region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that can serve the global market w last over time w t have a real impact</a:t>
            </a:r>
            <a:br>
              <a:rPr lang="en-US" dirty="0"/>
            </a:br>
            <a:r>
              <a:rPr lang="en-US" dirty="0"/>
              <a:t>W da msh kalam t3beery– le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Sumerge</a:t>
            </a:r>
            <a:r>
              <a:rPr lang="en-US" dirty="0"/>
              <a:t> 3mlt projects kteer </a:t>
            </a:r>
            <a:r>
              <a:rPr lang="en-US" dirty="0" err="1"/>
              <a:t>hntklm</a:t>
            </a:r>
            <a:r>
              <a:rPr lang="en-US" dirty="0"/>
              <a:t> 3la shwaya mnhom </a:t>
            </a:r>
            <a:r>
              <a:rPr lang="en-US" dirty="0" err="1"/>
              <a:t>odam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9">
          <a:extLst>
            <a:ext uri="{FF2B5EF4-FFF2-40B4-BE49-F238E27FC236}">
              <a16:creationId xmlns:a16="http://schemas.microsoft.com/office/drawing/2014/main" id="{3A7FBD33-8B07-3160-9482-959B7AF18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39119f1897f_0_418:notes">
            <a:extLst>
              <a:ext uri="{FF2B5EF4-FFF2-40B4-BE49-F238E27FC236}">
                <a16:creationId xmlns:a16="http://schemas.microsoft.com/office/drawing/2014/main" id="{3708EE23-30F2-5F69-68B3-72AB3434C4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39119f1897f_0_418:notes">
            <a:extLst>
              <a:ext uri="{FF2B5EF4-FFF2-40B4-BE49-F238E27FC236}">
                <a16:creationId xmlns:a16="http://schemas.microsoft.com/office/drawing/2014/main" id="{EECC51DE-2FD8-14E9-0C25-2FEE74DF44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El mission bt3t </a:t>
            </a:r>
            <a:r>
              <a:rPr lang="en-US" dirty="0" err="1"/>
              <a:t>Sumerge</a:t>
            </a:r>
            <a:r>
              <a:rPr lang="en-US" dirty="0"/>
              <a:t> </a:t>
            </a:r>
            <a:r>
              <a:rPr lang="en-US" dirty="0" err="1"/>
              <a:t>enha</a:t>
            </a:r>
            <a:r>
              <a:rPr lang="en-US" dirty="0"/>
              <a:t> t2adem high-end software solutions w services that improve business operations,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while building strong long-term relationships with customers w maintaining service quality.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dirty="0"/>
            </a:br>
            <a:r>
              <a:rPr lang="en-US" dirty="0"/>
              <a:t>Your vision is to be one of the leading technology and software solution providers fel region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that can serve the global market w last over time w t have a real impact</a:t>
            </a:r>
            <a:br>
              <a:rPr lang="en-US" dirty="0"/>
            </a:br>
            <a:r>
              <a:rPr lang="en-US" dirty="0"/>
              <a:t>W da msh kalam t3beery– le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Sumerge</a:t>
            </a:r>
            <a:r>
              <a:rPr lang="en-US" dirty="0"/>
              <a:t> 3mlt projects kteer </a:t>
            </a:r>
            <a:r>
              <a:rPr lang="en-US" dirty="0" err="1"/>
              <a:t>hntklm</a:t>
            </a:r>
            <a:r>
              <a:rPr lang="en-US" dirty="0"/>
              <a:t> 3la shwaya mnhom </a:t>
            </a:r>
            <a:r>
              <a:rPr lang="en-US" dirty="0" err="1"/>
              <a:t>odam</a:t>
            </a:r>
            <a:r>
              <a:rPr lang="en-US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71468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g39119f1897f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g39119f1897f_0_4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Ana shyfa n </a:t>
            </a:r>
            <a:r>
              <a:rPr lang="en-US" dirty="0" err="1"/>
              <a:t>Sumerge</a:t>
            </a:r>
            <a:r>
              <a:rPr lang="en-US" dirty="0"/>
              <a:t> </a:t>
            </a:r>
            <a:r>
              <a:rPr lang="en-US" dirty="0" err="1"/>
              <a:t>btdi</a:t>
            </a:r>
            <a:r>
              <a:rPr lang="en-US" dirty="0"/>
              <a:t> value through a mix of solutions w services.</a:t>
            </a:r>
            <a:br>
              <a:rPr lang="en-US" dirty="0"/>
            </a:br>
            <a:r>
              <a:rPr lang="en-US" dirty="0"/>
              <a:t>Mn 7es l solutions side, </a:t>
            </a:r>
            <a:r>
              <a:rPr lang="en-US" dirty="0" err="1"/>
              <a:t>Sumerge</a:t>
            </a:r>
            <a:r>
              <a:rPr lang="en-US" dirty="0"/>
              <a:t> btsht8l 3la Analytics &amp; Data Management, Business Process Automation,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Connectivity and System Integration, Enterprise Content Management, Enterprise Portals &amp; Mobility.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dirty="0"/>
            </a:br>
            <a:r>
              <a:rPr lang="en-US" dirty="0"/>
              <a:t>Mn 7es l services, </a:t>
            </a:r>
            <a:r>
              <a:rPr lang="en-US" dirty="0" err="1"/>
              <a:t>Sumerge</a:t>
            </a:r>
            <a:r>
              <a:rPr lang="en-US" dirty="0"/>
              <a:t> </a:t>
            </a:r>
            <a:r>
              <a:rPr lang="en-US" dirty="0" err="1"/>
              <a:t>bt</a:t>
            </a:r>
            <a:r>
              <a:rPr lang="en-US" dirty="0"/>
              <a:t> provide Cloud Apps &amp; Microservices, Application Development, IT consultancy, testing services.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dirty="0"/>
            </a:br>
            <a:r>
              <a:rPr lang="en-US" dirty="0"/>
              <a:t>El mix da by5ali </a:t>
            </a:r>
            <a:r>
              <a:rPr lang="en-US" dirty="0" err="1"/>
              <a:t>Sumerge</a:t>
            </a:r>
            <a:r>
              <a:rPr lang="en-US" dirty="0"/>
              <a:t> t2dr tesa3ed l clients </a:t>
            </a:r>
            <a:r>
              <a:rPr lang="en-US" dirty="0" err="1"/>
              <a:t>enohom</a:t>
            </a:r>
            <a:r>
              <a:rPr lang="en-US" dirty="0"/>
              <a:t> y7asseno their digital experience, w y automate processes, w yst5dmo </a:t>
            </a:r>
            <a:r>
              <a:rPr lang="en-US" dirty="0" err="1"/>
              <a:t>el</a:t>
            </a:r>
            <a:r>
              <a:rPr lang="en-US" dirty="0"/>
              <a:t> data in their decision making.</a:t>
            </a:r>
            <a:br>
              <a:rPr lang="en-US" dirty="0"/>
            </a:br>
            <a:r>
              <a:rPr lang="en-US" dirty="0"/>
              <a:t>Teb3an da mohem </a:t>
            </a:r>
            <a:r>
              <a:rPr lang="en-US" dirty="0" err="1"/>
              <a:t>awy</a:t>
            </a:r>
            <a:r>
              <a:rPr lang="en-US" dirty="0"/>
              <a:t> fel banking wel government w telecom 3shan L processes </a:t>
            </a:r>
            <a:r>
              <a:rPr lang="en-US" dirty="0" err="1"/>
              <a:t>btkon</a:t>
            </a:r>
            <a:r>
              <a:rPr lang="en-US" dirty="0"/>
              <a:t> complex gedan w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el</a:t>
            </a:r>
            <a:r>
              <a:rPr lang="en-US" dirty="0"/>
              <a:t> expectations mel end-users btb2a 3alya </a:t>
            </a:r>
            <a:r>
              <a:rPr lang="en-US" dirty="0" err="1"/>
              <a:t>awy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39119f1897f_0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3" name="Google Shape;1373;g39119f1897f_0_5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3shan </a:t>
            </a:r>
            <a:r>
              <a:rPr lang="en-US" dirty="0" err="1"/>
              <a:t>afham</a:t>
            </a:r>
            <a:r>
              <a:rPr lang="en-US" dirty="0"/>
              <a:t> </a:t>
            </a:r>
            <a:r>
              <a:rPr lang="en-US" dirty="0" err="1"/>
              <a:t>Sumerge</a:t>
            </a:r>
            <a:r>
              <a:rPr lang="en-US" dirty="0"/>
              <a:t> aktr w ywd7 3la </a:t>
            </a:r>
            <a:r>
              <a:rPr lang="en-US" dirty="0" err="1"/>
              <a:t>ard</a:t>
            </a:r>
            <a:r>
              <a:rPr lang="en-US" dirty="0"/>
              <a:t> l waq3 ttbee2 I vision f3ln, lazem nshoof </a:t>
            </a:r>
            <a:r>
              <a:rPr lang="en-US" dirty="0" err="1"/>
              <a:t>shwyt</a:t>
            </a:r>
            <a:r>
              <a:rPr lang="en-US" dirty="0"/>
              <a:t> case studies le </a:t>
            </a:r>
            <a:r>
              <a:rPr lang="en-US" dirty="0" err="1"/>
              <a:t>Sumerge</a:t>
            </a:r>
            <a:r>
              <a:rPr lang="en-US" dirty="0"/>
              <a:t>…</a:t>
            </a:r>
            <a:br>
              <a:rPr lang="en-US" dirty="0"/>
            </a:br>
            <a:r>
              <a:rPr lang="en-US" dirty="0"/>
              <a:t>Awel project Bank Al Inmaa2. </a:t>
            </a:r>
            <a:r>
              <a:rPr lang="en-US" dirty="0" err="1"/>
              <a:t>Sumerge</a:t>
            </a:r>
            <a:r>
              <a:rPr lang="en-US" dirty="0"/>
              <a:t> sa3det </a:t>
            </a:r>
            <a:r>
              <a:rPr lang="en-US" dirty="0" err="1"/>
              <a:t>fe</a:t>
            </a:r>
            <a:r>
              <a:rPr lang="en-US" dirty="0"/>
              <a:t> transforming their corporate banking to a modern microservices based platform.</a:t>
            </a:r>
            <a:br>
              <a:rPr lang="en-US" dirty="0"/>
            </a:br>
            <a:r>
              <a:rPr lang="en-US" dirty="0"/>
              <a:t>El platform l </a:t>
            </a:r>
            <a:r>
              <a:rPr lang="en-US" dirty="0" err="1"/>
              <a:t>gdeed</a:t>
            </a:r>
            <a:r>
              <a:rPr lang="en-US" dirty="0"/>
              <a:t> b2a </a:t>
            </a:r>
            <a:r>
              <a:rPr lang="en-US" dirty="0" err="1"/>
              <a:t>bydom</a:t>
            </a:r>
            <a:r>
              <a:rPr lang="en-US" dirty="0"/>
              <a:t> aktr </a:t>
            </a:r>
            <a:r>
              <a:rPr lang="en-US" dirty="0" err="1"/>
              <a:t>mn</a:t>
            </a:r>
            <a:r>
              <a:rPr lang="en-US" dirty="0"/>
              <a:t> 120 feature w by serve aktr </a:t>
            </a:r>
            <a:r>
              <a:rPr lang="en-US" dirty="0" err="1"/>
              <a:t>mn</a:t>
            </a:r>
            <a:r>
              <a:rPr lang="en-US" dirty="0"/>
              <a:t> 200,000 users,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w </a:t>
            </a:r>
            <a:r>
              <a:rPr lang="en-US" dirty="0" err="1"/>
              <a:t>edret</a:t>
            </a:r>
            <a:r>
              <a:rPr lang="en-US" dirty="0"/>
              <a:t> </a:t>
            </a:r>
            <a:r>
              <a:rPr lang="en-US" dirty="0" err="1"/>
              <a:t>Sumerge</a:t>
            </a:r>
            <a:r>
              <a:rPr lang="en-US" dirty="0"/>
              <a:t> tn2l </a:t>
            </a:r>
            <a:r>
              <a:rPr lang="en-US" dirty="0" err="1"/>
              <a:t>el</a:t>
            </a:r>
            <a:r>
              <a:rPr lang="en-US" dirty="0"/>
              <a:t> data smoothly w t go-live men 8er ay disruption fel services.</a:t>
            </a: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g39119f1897f_0_5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0" name="Google Shape;1380;g39119f1897f_0_5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Ebank </a:t>
            </a:r>
            <a:r>
              <a:rPr lang="en-US" dirty="0" err="1"/>
              <a:t>fe</a:t>
            </a:r>
            <a:r>
              <a:rPr lang="en-US" dirty="0"/>
              <a:t> </a:t>
            </a:r>
            <a:r>
              <a:rPr lang="en-US" dirty="0" err="1"/>
              <a:t>masr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Sumerge</a:t>
            </a:r>
            <a:r>
              <a:rPr lang="en-US" dirty="0"/>
              <a:t> esht8lt 3la digital banking-as-a-service platform b est5dam IBM Cloud Pak for Integration w IBM Cloud Pak for Business Automation on Red Hat OpenShift.</a:t>
            </a:r>
            <a:br>
              <a:rPr lang="en-US" dirty="0"/>
            </a:br>
            <a:r>
              <a:rPr lang="en-US" dirty="0"/>
              <a:t>W da 3ml foroo2 kteer </a:t>
            </a:r>
            <a:r>
              <a:rPr lang="en-US" dirty="0" err="1"/>
              <a:t>mn</a:t>
            </a:r>
            <a:r>
              <a:rPr lang="en-US" dirty="0"/>
              <a:t> </a:t>
            </a:r>
            <a:r>
              <a:rPr lang="en-US" dirty="0" err="1"/>
              <a:t>demnha</a:t>
            </a:r>
            <a:r>
              <a:rPr lang="en-US" dirty="0"/>
              <a:t> </a:t>
            </a:r>
            <a:r>
              <a:rPr lang="en-US" dirty="0" err="1"/>
              <a:t>eno</a:t>
            </a:r>
            <a:r>
              <a:rPr lang="en-US" dirty="0"/>
              <a:t> 2alel l time to market w 7assen l transfer times b </a:t>
            </a:r>
            <a:r>
              <a:rPr lang="en-US" dirty="0" err="1"/>
              <a:t>shakal</a:t>
            </a:r>
            <a:r>
              <a:rPr lang="en-US" dirty="0"/>
              <a:t> </a:t>
            </a:r>
            <a:r>
              <a:rPr lang="en-US" dirty="0" err="1"/>
              <a:t>kbeer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L internet banking transfers kanet bt5od w2t 10 minutes w dlw2ty it lasts just 2 minutes ya3ni 5 times faster.</a:t>
            </a:r>
            <a:br>
              <a:rPr lang="en-US" dirty="0"/>
            </a:br>
            <a:r>
              <a:rPr lang="en-US" dirty="0"/>
              <a:t>w L interbank transfers improved drastically </a:t>
            </a:r>
            <a:r>
              <a:rPr lang="en-US" dirty="0" err="1"/>
              <a:t>mn</a:t>
            </a:r>
            <a:r>
              <a:rPr lang="en-US" dirty="0"/>
              <a:t> transfer by5od 4 minutes le 50 transfers per minute 7aleyan.</a:t>
            </a: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g39119f1897f_0_18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8" name="Google Shape;2228;g39119f1897f_0_18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 Thank you so much for your time and attention. </a:t>
            </a:r>
          </a:p>
          <a:p>
            <a:endParaRPr lang="en-US" dirty="0"/>
          </a:p>
          <a:p>
            <a:r>
              <a:rPr lang="en-US" dirty="0"/>
              <a:t> I hope I was able to give you a clear view of how I understand **</a:t>
            </a:r>
            <a:r>
              <a:rPr lang="en-US" dirty="0" err="1"/>
              <a:t>Sumerge</a:t>
            </a:r>
            <a:r>
              <a:rPr lang="en-US" dirty="0"/>
              <a:t>, role, and how </a:t>
            </a:r>
            <a:r>
              <a:rPr lang="en-US" dirty="0" err="1"/>
              <a:t>i</a:t>
            </a:r>
            <a:r>
              <a:rPr lang="en-US" dirty="0"/>
              <a:t> can contribute to your integration team. </a:t>
            </a:r>
          </a:p>
          <a:p>
            <a:endParaRPr lang="en-US" dirty="0"/>
          </a:p>
          <a:p>
            <a:r>
              <a:rPr lang="en-US" dirty="0"/>
              <a:t> I’m genuinely excited about the possibility of joining </a:t>
            </a:r>
            <a:r>
              <a:rPr lang="en-US" dirty="0" err="1"/>
              <a:t>Sumerge</a:t>
            </a:r>
            <a:r>
              <a:rPr lang="en-US" dirty="0"/>
              <a:t> and working on integration projects. </a:t>
            </a:r>
          </a:p>
          <a:p>
            <a:endParaRPr lang="en-US" dirty="0"/>
          </a:p>
          <a:p>
            <a:r>
              <a:rPr lang="en-US" dirty="0"/>
              <a:t> I’d be very happy now to answer any questions you may have.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10800000">
            <a:off x="-1845025" y="-739063"/>
            <a:ext cx="4319041" cy="2721707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50000">
                <a:schemeClr val="dk2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6640750" y="3098662"/>
            <a:ext cx="4319041" cy="2721707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50000">
                <a:schemeClr val="dk2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-7199942">
            <a:off x="1013094" y="4239091"/>
            <a:ext cx="1492189" cy="1554017"/>
            <a:chOff x="4445625" y="1829838"/>
            <a:chExt cx="739125" cy="769750"/>
          </a:xfrm>
        </p:grpSpPr>
        <p:sp>
          <p:nvSpPr>
            <p:cNvPr id="12" name="Google Shape;12;p2"/>
            <p:cNvSpPr/>
            <p:nvPr/>
          </p:nvSpPr>
          <p:spPr>
            <a:xfrm>
              <a:off x="4497725" y="1897713"/>
              <a:ext cx="634925" cy="634925"/>
            </a:xfrm>
            <a:custGeom>
              <a:avLst/>
              <a:gdLst/>
              <a:ahLst/>
              <a:cxnLst/>
              <a:rect l="l" t="t" r="r" b="b"/>
              <a:pathLst>
                <a:path w="25397" h="25397" extrusionOk="0">
                  <a:moveTo>
                    <a:pt x="12704" y="36"/>
                  </a:moveTo>
                  <a:cubicBezTo>
                    <a:pt x="14407" y="36"/>
                    <a:pt x="16062" y="381"/>
                    <a:pt x="17622" y="1036"/>
                  </a:cubicBezTo>
                  <a:cubicBezTo>
                    <a:pt x="19122" y="1679"/>
                    <a:pt x="20479" y="2584"/>
                    <a:pt x="21646" y="3739"/>
                  </a:cubicBezTo>
                  <a:cubicBezTo>
                    <a:pt x="22801" y="4905"/>
                    <a:pt x="23718" y="6251"/>
                    <a:pt x="24349" y="7763"/>
                  </a:cubicBezTo>
                  <a:cubicBezTo>
                    <a:pt x="25027" y="9323"/>
                    <a:pt x="25349" y="10978"/>
                    <a:pt x="25349" y="12692"/>
                  </a:cubicBezTo>
                  <a:cubicBezTo>
                    <a:pt x="25349" y="14395"/>
                    <a:pt x="25004" y="16050"/>
                    <a:pt x="24349" y="17609"/>
                  </a:cubicBezTo>
                  <a:cubicBezTo>
                    <a:pt x="23718" y="19121"/>
                    <a:pt x="22801" y="20467"/>
                    <a:pt x="21646" y="21634"/>
                  </a:cubicBezTo>
                  <a:cubicBezTo>
                    <a:pt x="20479" y="22789"/>
                    <a:pt x="19122" y="23705"/>
                    <a:pt x="17622" y="24336"/>
                  </a:cubicBezTo>
                  <a:cubicBezTo>
                    <a:pt x="16062" y="25015"/>
                    <a:pt x="14407" y="25336"/>
                    <a:pt x="12704" y="25336"/>
                  </a:cubicBezTo>
                  <a:cubicBezTo>
                    <a:pt x="10990" y="25336"/>
                    <a:pt x="9335" y="24991"/>
                    <a:pt x="7775" y="24336"/>
                  </a:cubicBezTo>
                  <a:cubicBezTo>
                    <a:pt x="6275" y="23705"/>
                    <a:pt x="4918" y="22789"/>
                    <a:pt x="3751" y="21634"/>
                  </a:cubicBezTo>
                  <a:cubicBezTo>
                    <a:pt x="2596" y="20467"/>
                    <a:pt x="1679" y="19121"/>
                    <a:pt x="1048" y="17609"/>
                  </a:cubicBezTo>
                  <a:cubicBezTo>
                    <a:pt x="382" y="16050"/>
                    <a:pt x="48" y="14395"/>
                    <a:pt x="48" y="12692"/>
                  </a:cubicBezTo>
                  <a:cubicBezTo>
                    <a:pt x="48" y="10978"/>
                    <a:pt x="393" y="9323"/>
                    <a:pt x="1048" y="7763"/>
                  </a:cubicBezTo>
                  <a:cubicBezTo>
                    <a:pt x="1691" y="6251"/>
                    <a:pt x="2596" y="4905"/>
                    <a:pt x="3751" y="3739"/>
                  </a:cubicBezTo>
                  <a:cubicBezTo>
                    <a:pt x="4918" y="2584"/>
                    <a:pt x="6275" y="1679"/>
                    <a:pt x="7775" y="1036"/>
                  </a:cubicBezTo>
                  <a:cubicBezTo>
                    <a:pt x="9335" y="369"/>
                    <a:pt x="10990" y="36"/>
                    <a:pt x="12704" y="36"/>
                  </a:cubicBezTo>
                  <a:close/>
                  <a:moveTo>
                    <a:pt x="12704" y="0"/>
                  </a:moveTo>
                  <a:cubicBezTo>
                    <a:pt x="10990" y="0"/>
                    <a:pt x="9323" y="333"/>
                    <a:pt x="7763" y="1000"/>
                  </a:cubicBezTo>
                  <a:cubicBezTo>
                    <a:pt x="6251" y="1643"/>
                    <a:pt x="4882" y="2560"/>
                    <a:pt x="3727" y="3727"/>
                  </a:cubicBezTo>
                  <a:cubicBezTo>
                    <a:pt x="2560" y="4882"/>
                    <a:pt x="1644" y="6239"/>
                    <a:pt x="1001" y="7763"/>
                  </a:cubicBezTo>
                  <a:cubicBezTo>
                    <a:pt x="346" y="9323"/>
                    <a:pt x="1" y="10989"/>
                    <a:pt x="1" y="12704"/>
                  </a:cubicBezTo>
                  <a:cubicBezTo>
                    <a:pt x="1" y="14407"/>
                    <a:pt x="334" y="16073"/>
                    <a:pt x="1001" y="17645"/>
                  </a:cubicBezTo>
                  <a:cubicBezTo>
                    <a:pt x="1644" y="19145"/>
                    <a:pt x="2560" y="20514"/>
                    <a:pt x="3727" y="21669"/>
                  </a:cubicBezTo>
                  <a:cubicBezTo>
                    <a:pt x="4882" y="22836"/>
                    <a:pt x="6239" y="23753"/>
                    <a:pt x="7763" y="24396"/>
                  </a:cubicBezTo>
                  <a:cubicBezTo>
                    <a:pt x="9323" y="25051"/>
                    <a:pt x="10990" y="25396"/>
                    <a:pt x="12704" y="25396"/>
                  </a:cubicBezTo>
                  <a:cubicBezTo>
                    <a:pt x="14407" y="25396"/>
                    <a:pt x="16074" y="25051"/>
                    <a:pt x="17646" y="24396"/>
                  </a:cubicBezTo>
                  <a:cubicBezTo>
                    <a:pt x="19146" y="23753"/>
                    <a:pt x="20515" y="22836"/>
                    <a:pt x="21670" y="21669"/>
                  </a:cubicBezTo>
                  <a:cubicBezTo>
                    <a:pt x="22837" y="20514"/>
                    <a:pt x="23753" y="19157"/>
                    <a:pt x="24396" y="17645"/>
                  </a:cubicBezTo>
                  <a:cubicBezTo>
                    <a:pt x="25051" y="16073"/>
                    <a:pt x="25397" y="14407"/>
                    <a:pt x="25397" y="12704"/>
                  </a:cubicBezTo>
                  <a:cubicBezTo>
                    <a:pt x="25397" y="10989"/>
                    <a:pt x="25063" y="9323"/>
                    <a:pt x="24396" y="7763"/>
                  </a:cubicBezTo>
                  <a:cubicBezTo>
                    <a:pt x="23753" y="6251"/>
                    <a:pt x="22837" y="4882"/>
                    <a:pt x="21670" y="3727"/>
                  </a:cubicBezTo>
                  <a:cubicBezTo>
                    <a:pt x="20515" y="2560"/>
                    <a:pt x="19158" y="1643"/>
                    <a:pt x="17646" y="1000"/>
                  </a:cubicBezTo>
                  <a:cubicBezTo>
                    <a:pt x="16074" y="345"/>
                    <a:pt x="14407" y="0"/>
                    <a:pt x="12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620350" y="2020038"/>
              <a:ext cx="389975" cy="389650"/>
            </a:xfrm>
            <a:custGeom>
              <a:avLst/>
              <a:gdLst/>
              <a:ahLst/>
              <a:cxnLst/>
              <a:rect l="l" t="t" r="r" b="b"/>
              <a:pathLst>
                <a:path w="15599" h="15586" extrusionOk="0">
                  <a:moveTo>
                    <a:pt x="15598" y="7799"/>
                  </a:moveTo>
                  <a:cubicBezTo>
                    <a:pt x="15598" y="3489"/>
                    <a:pt x="12110" y="0"/>
                    <a:pt x="7799" y="0"/>
                  </a:cubicBezTo>
                  <a:cubicBezTo>
                    <a:pt x="3478" y="0"/>
                    <a:pt x="1" y="3477"/>
                    <a:pt x="1" y="7799"/>
                  </a:cubicBezTo>
                  <a:cubicBezTo>
                    <a:pt x="1" y="12097"/>
                    <a:pt x="3478" y="15586"/>
                    <a:pt x="7799" y="15586"/>
                  </a:cubicBezTo>
                  <a:cubicBezTo>
                    <a:pt x="12110" y="15586"/>
                    <a:pt x="15598" y="12097"/>
                    <a:pt x="15598" y="7799"/>
                  </a:cubicBezTo>
                  <a:close/>
                  <a:moveTo>
                    <a:pt x="1703" y="7799"/>
                  </a:moveTo>
                  <a:cubicBezTo>
                    <a:pt x="1703" y="4430"/>
                    <a:pt x="4430" y="1703"/>
                    <a:pt x="7799" y="1703"/>
                  </a:cubicBezTo>
                  <a:cubicBezTo>
                    <a:pt x="11157" y="1703"/>
                    <a:pt x="13884" y="4430"/>
                    <a:pt x="13884" y="7799"/>
                  </a:cubicBezTo>
                  <a:cubicBezTo>
                    <a:pt x="13884" y="11157"/>
                    <a:pt x="11157" y="13883"/>
                    <a:pt x="7799" y="13883"/>
                  </a:cubicBezTo>
                  <a:cubicBezTo>
                    <a:pt x="4430" y="13871"/>
                    <a:pt x="1703" y="11145"/>
                    <a:pt x="1703" y="77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445625" y="1845313"/>
              <a:ext cx="739125" cy="739100"/>
            </a:xfrm>
            <a:custGeom>
              <a:avLst/>
              <a:gdLst/>
              <a:ahLst/>
              <a:cxnLst/>
              <a:rect l="l" t="t" r="r" b="b"/>
              <a:pathLst>
                <a:path w="29565" h="29564" extrusionOk="0">
                  <a:moveTo>
                    <a:pt x="29564" y="14788"/>
                  </a:moveTo>
                  <a:cubicBezTo>
                    <a:pt x="29564" y="6608"/>
                    <a:pt x="22944" y="1"/>
                    <a:pt x="14788" y="1"/>
                  </a:cubicBezTo>
                  <a:cubicBezTo>
                    <a:pt x="6609" y="1"/>
                    <a:pt x="1" y="6632"/>
                    <a:pt x="1" y="14788"/>
                  </a:cubicBezTo>
                  <a:cubicBezTo>
                    <a:pt x="1" y="22944"/>
                    <a:pt x="6633" y="29564"/>
                    <a:pt x="14788" y="29564"/>
                  </a:cubicBezTo>
                  <a:cubicBezTo>
                    <a:pt x="22956" y="29564"/>
                    <a:pt x="29564" y="22944"/>
                    <a:pt x="29564" y="14788"/>
                  </a:cubicBezTo>
                  <a:close/>
                  <a:moveTo>
                    <a:pt x="2823" y="14788"/>
                  </a:moveTo>
                  <a:cubicBezTo>
                    <a:pt x="2823" y="8180"/>
                    <a:pt x="8181" y="2822"/>
                    <a:pt x="14788" y="2822"/>
                  </a:cubicBezTo>
                  <a:cubicBezTo>
                    <a:pt x="21396" y="2822"/>
                    <a:pt x="26754" y="8180"/>
                    <a:pt x="26754" y="14788"/>
                  </a:cubicBezTo>
                  <a:cubicBezTo>
                    <a:pt x="26754" y="21384"/>
                    <a:pt x="21396" y="26742"/>
                    <a:pt x="14788" y="26742"/>
                  </a:cubicBezTo>
                  <a:cubicBezTo>
                    <a:pt x="8181" y="26730"/>
                    <a:pt x="2823" y="21372"/>
                    <a:pt x="2823" y="1478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537900" y="1829838"/>
              <a:ext cx="554575" cy="769750"/>
            </a:xfrm>
            <a:custGeom>
              <a:avLst/>
              <a:gdLst/>
              <a:ahLst/>
              <a:cxnLst/>
              <a:rect l="l" t="t" r="r" b="b"/>
              <a:pathLst>
                <a:path w="22183" h="30790" extrusionOk="0">
                  <a:moveTo>
                    <a:pt x="11062" y="0"/>
                  </a:moveTo>
                  <a:cubicBezTo>
                    <a:pt x="8978" y="0"/>
                    <a:pt x="6966" y="405"/>
                    <a:pt x="5061" y="1203"/>
                  </a:cubicBezTo>
                  <a:cubicBezTo>
                    <a:pt x="3239" y="1977"/>
                    <a:pt x="1584" y="3096"/>
                    <a:pt x="168" y="4513"/>
                  </a:cubicBezTo>
                  <a:cubicBezTo>
                    <a:pt x="108" y="4549"/>
                    <a:pt x="60" y="4608"/>
                    <a:pt x="1" y="4668"/>
                  </a:cubicBezTo>
                  <a:lnTo>
                    <a:pt x="1" y="4894"/>
                  </a:lnTo>
                  <a:lnTo>
                    <a:pt x="287" y="4608"/>
                  </a:lnTo>
                  <a:cubicBezTo>
                    <a:pt x="3168" y="1739"/>
                    <a:pt x="7002" y="143"/>
                    <a:pt x="11074" y="143"/>
                  </a:cubicBezTo>
                  <a:cubicBezTo>
                    <a:pt x="15158" y="143"/>
                    <a:pt x="18979" y="1727"/>
                    <a:pt x="21861" y="4608"/>
                  </a:cubicBezTo>
                  <a:cubicBezTo>
                    <a:pt x="21958" y="4694"/>
                    <a:pt x="22045" y="4790"/>
                    <a:pt x="22123" y="4870"/>
                  </a:cubicBezTo>
                  <a:lnTo>
                    <a:pt x="22123" y="4870"/>
                  </a:lnTo>
                  <a:lnTo>
                    <a:pt x="22123" y="4668"/>
                  </a:lnTo>
                  <a:lnTo>
                    <a:pt x="21956" y="4513"/>
                  </a:lnTo>
                  <a:cubicBezTo>
                    <a:pt x="20539" y="3096"/>
                    <a:pt x="18884" y="1977"/>
                    <a:pt x="17063" y="1203"/>
                  </a:cubicBezTo>
                  <a:cubicBezTo>
                    <a:pt x="15158" y="405"/>
                    <a:pt x="13145" y="0"/>
                    <a:pt x="11062" y="0"/>
                  </a:cubicBezTo>
                  <a:close/>
                  <a:moveTo>
                    <a:pt x="22123" y="4870"/>
                  </a:moveTo>
                  <a:lnTo>
                    <a:pt x="22123" y="4894"/>
                  </a:lnTo>
                  <a:lnTo>
                    <a:pt x="22146" y="4894"/>
                  </a:lnTo>
                  <a:cubicBezTo>
                    <a:pt x="22139" y="4886"/>
                    <a:pt x="22131" y="4878"/>
                    <a:pt x="22123" y="4870"/>
                  </a:cubicBezTo>
                  <a:close/>
                  <a:moveTo>
                    <a:pt x="37" y="25896"/>
                  </a:moveTo>
                  <a:lnTo>
                    <a:pt x="37" y="26123"/>
                  </a:lnTo>
                  <a:lnTo>
                    <a:pt x="203" y="26277"/>
                  </a:lnTo>
                  <a:cubicBezTo>
                    <a:pt x="1608" y="27694"/>
                    <a:pt x="3263" y="28813"/>
                    <a:pt x="5097" y="29587"/>
                  </a:cubicBezTo>
                  <a:cubicBezTo>
                    <a:pt x="7002" y="30385"/>
                    <a:pt x="9014" y="30790"/>
                    <a:pt x="11097" y="30790"/>
                  </a:cubicBezTo>
                  <a:cubicBezTo>
                    <a:pt x="13181" y="30790"/>
                    <a:pt x="15181" y="30385"/>
                    <a:pt x="17086" y="29587"/>
                  </a:cubicBezTo>
                  <a:cubicBezTo>
                    <a:pt x="18920" y="28813"/>
                    <a:pt x="20575" y="27694"/>
                    <a:pt x="21992" y="26277"/>
                  </a:cubicBezTo>
                  <a:lnTo>
                    <a:pt x="22146" y="26123"/>
                  </a:lnTo>
                  <a:lnTo>
                    <a:pt x="22182" y="26123"/>
                  </a:lnTo>
                  <a:lnTo>
                    <a:pt x="22182" y="25896"/>
                  </a:lnTo>
                  <a:cubicBezTo>
                    <a:pt x="22075" y="25980"/>
                    <a:pt x="21980" y="26087"/>
                    <a:pt x="21896" y="26170"/>
                  </a:cubicBezTo>
                  <a:cubicBezTo>
                    <a:pt x="19015" y="29052"/>
                    <a:pt x="15181" y="30635"/>
                    <a:pt x="11109" y="30635"/>
                  </a:cubicBezTo>
                  <a:cubicBezTo>
                    <a:pt x="7026" y="30635"/>
                    <a:pt x="3204" y="29064"/>
                    <a:pt x="322" y="26170"/>
                  </a:cubicBezTo>
                  <a:cubicBezTo>
                    <a:pt x="215" y="26087"/>
                    <a:pt x="120" y="25980"/>
                    <a:pt x="37" y="2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669175" y="2069163"/>
              <a:ext cx="291425" cy="291125"/>
            </a:xfrm>
            <a:custGeom>
              <a:avLst/>
              <a:gdLst/>
              <a:ahLst/>
              <a:cxnLst/>
              <a:rect l="l" t="t" r="r" b="b"/>
              <a:pathLst>
                <a:path w="11657" h="11645" extrusionOk="0">
                  <a:moveTo>
                    <a:pt x="5823" y="0"/>
                  </a:moveTo>
                  <a:cubicBezTo>
                    <a:pt x="2608" y="0"/>
                    <a:pt x="1" y="2596"/>
                    <a:pt x="1" y="5810"/>
                  </a:cubicBezTo>
                  <a:cubicBezTo>
                    <a:pt x="1" y="5858"/>
                    <a:pt x="36" y="5894"/>
                    <a:pt x="84" y="5894"/>
                  </a:cubicBezTo>
                  <a:cubicBezTo>
                    <a:pt x="120" y="5894"/>
                    <a:pt x="155" y="5858"/>
                    <a:pt x="155" y="5810"/>
                  </a:cubicBezTo>
                  <a:cubicBezTo>
                    <a:pt x="155" y="2679"/>
                    <a:pt x="2715" y="131"/>
                    <a:pt x="5835" y="131"/>
                  </a:cubicBezTo>
                  <a:cubicBezTo>
                    <a:pt x="8978" y="131"/>
                    <a:pt x="11526" y="2679"/>
                    <a:pt x="11526" y="5810"/>
                  </a:cubicBezTo>
                  <a:cubicBezTo>
                    <a:pt x="11526" y="8954"/>
                    <a:pt x="8966" y="11501"/>
                    <a:pt x="5835" y="11501"/>
                  </a:cubicBezTo>
                  <a:cubicBezTo>
                    <a:pt x="5799" y="11501"/>
                    <a:pt x="5763" y="11525"/>
                    <a:pt x="5763" y="11573"/>
                  </a:cubicBezTo>
                  <a:cubicBezTo>
                    <a:pt x="5763" y="11620"/>
                    <a:pt x="5799" y="11644"/>
                    <a:pt x="5835" y="11644"/>
                  </a:cubicBezTo>
                  <a:cubicBezTo>
                    <a:pt x="9049" y="11644"/>
                    <a:pt x="11657" y="9049"/>
                    <a:pt x="11657" y="5834"/>
                  </a:cubicBezTo>
                  <a:cubicBezTo>
                    <a:pt x="11657" y="2619"/>
                    <a:pt x="9049" y="12"/>
                    <a:pt x="5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495350" y="1894713"/>
              <a:ext cx="546525" cy="640300"/>
            </a:xfrm>
            <a:custGeom>
              <a:avLst/>
              <a:gdLst/>
              <a:ahLst/>
              <a:cxnLst/>
              <a:rect l="l" t="t" r="r" b="b"/>
              <a:pathLst>
                <a:path w="21861" h="25612" extrusionOk="0">
                  <a:moveTo>
                    <a:pt x="12799" y="1"/>
                  </a:moveTo>
                  <a:cubicBezTo>
                    <a:pt x="9370" y="1"/>
                    <a:pt x="6156" y="1346"/>
                    <a:pt x="3751" y="3751"/>
                  </a:cubicBezTo>
                  <a:cubicBezTo>
                    <a:pt x="1322" y="6180"/>
                    <a:pt x="0" y="9383"/>
                    <a:pt x="0" y="12800"/>
                  </a:cubicBezTo>
                  <a:cubicBezTo>
                    <a:pt x="0" y="16229"/>
                    <a:pt x="1334" y="19444"/>
                    <a:pt x="3751" y="21849"/>
                  </a:cubicBezTo>
                  <a:cubicBezTo>
                    <a:pt x="6168" y="24278"/>
                    <a:pt x="9370" y="25611"/>
                    <a:pt x="12799" y="25611"/>
                  </a:cubicBezTo>
                  <a:cubicBezTo>
                    <a:pt x="16217" y="25611"/>
                    <a:pt x="19431" y="24266"/>
                    <a:pt x="21848" y="21849"/>
                  </a:cubicBezTo>
                  <a:cubicBezTo>
                    <a:pt x="21848" y="21837"/>
                    <a:pt x="21860" y="21813"/>
                    <a:pt x="21860" y="21789"/>
                  </a:cubicBezTo>
                  <a:cubicBezTo>
                    <a:pt x="21860" y="21772"/>
                    <a:pt x="21860" y="21761"/>
                    <a:pt x="21855" y="21761"/>
                  </a:cubicBezTo>
                  <a:cubicBezTo>
                    <a:pt x="21854" y="21761"/>
                    <a:pt x="21851" y="21762"/>
                    <a:pt x="21848" y="21766"/>
                  </a:cubicBezTo>
                  <a:cubicBezTo>
                    <a:pt x="21830" y="21748"/>
                    <a:pt x="21810" y="21739"/>
                    <a:pt x="21790" y="21739"/>
                  </a:cubicBezTo>
                  <a:cubicBezTo>
                    <a:pt x="21771" y="21739"/>
                    <a:pt x="21753" y="21748"/>
                    <a:pt x="21741" y="21766"/>
                  </a:cubicBezTo>
                  <a:cubicBezTo>
                    <a:pt x="19348" y="24159"/>
                    <a:pt x="16169" y="25468"/>
                    <a:pt x="12799" y="25468"/>
                  </a:cubicBezTo>
                  <a:cubicBezTo>
                    <a:pt x="9418" y="25468"/>
                    <a:pt x="6227" y="24147"/>
                    <a:pt x="3846" y="21766"/>
                  </a:cubicBezTo>
                  <a:cubicBezTo>
                    <a:pt x="1453" y="19372"/>
                    <a:pt x="143" y="16193"/>
                    <a:pt x="143" y="12824"/>
                  </a:cubicBezTo>
                  <a:cubicBezTo>
                    <a:pt x="143" y="9443"/>
                    <a:pt x="1465" y="6252"/>
                    <a:pt x="3846" y="3870"/>
                  </a:cubicBezTo>
                  <a:cubicBezTo>
                    <a:pt x="6251" y="1477"/>
                    <a:pt x="9418" y="168"/>
                    <a:pt x="12799" y="168"/>
                  </a:cubicBezTo>
                  <a:cubicBezTo>
                    <a:pt x="16169" y="168"/>
                    <a:pt x="19360" y="1489"/>
                    <a:pt x="21741" y="3870"/>
                  </a:cubicBezTo>
                  <a:cubicBezTo>
                    <a:pt x="21753" y="3888"/>
                    <a:pt x="21771" y="3897"/>
                    <a:pt x="21790" y="3897"/>
                  </a:cubicBezTo>
                  <a:cubicBezTo>
                    <a:pt x="21810" y="3897"/>
                    <a:pt x="21830" y="3888"/>
                    <a:pt x="21848" y="3870"/>
                  </a:cubicBezTo>
                  <a:cubicBezTo>
                    <a:pt x="21848" y="3859"/>
                    <a:pt x="21860" y="3835"/>
                    <a:pt x="21860" y="3811"/>
                  </a:cubicBezTo>
                  <a:cubicBezTo>
                    <a:pt x="21860" y="3787"/>
                    <a:pt x="21860" y="3775"/>
                    <a:pt x="21848" y="3751"/>
                  </a:cubicBezTo>
                  <a:cubicBezTo>
                    <a:pt x="19419" y="1334"/>
                    <a:pt x="16217" y="1"/>
                    <a:pt x="1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611425" y="2011113"/>
              <a:ext cx="408125" cy="408100"/>
            </a:xfrm>
            <a:custGeom>
              <a:avLst/>
              <a:gdLst/>
              <a:ahLst/>
              <a:cxnLst/>
              <a:rect l="l" t="t" r="r" b="b"/>
              <a:pathLst>
                <a:path w="16325" h="16324" extrusionOk="0">
                  <a:moveTo>
                    <a:pt x="8168" y="0"/>
                  </a:moveTo>
                  <a:cubicBezTo>
                    <a:pt x="3656" y="0"/>
                    <a:pt x="1" y="3656"/>
                    <a:pt x="1" y="8168"/>
                  </a:cubicBezTo>
                  <a:cubicBezTo>
                    <a:pt x="1" y="8204"/>
                    <a:pt x="25" y="8239"/>
                    <a:pt x="72" y="8239"/>
                  </a:cubicBezTo>
                  <a:cubicBezTo>
                    <a:pt x="120" y="8239"/>
                    <a:pt x="144" y="8204"/>
                    <a:pt x="144" y="8168"/>
                  </a:cubicBezTo>
                  <a:cubicBezTo>
                    <a:pt x="144" y="3739"/>
                    <a:pt x="3727" y="155"/>
                    <a:pt x="8156" y="155"/>
                  </a:cubicBezTo>
                  <a:cubicBezTo>
                    <a:pt x="12574" y="155"/>
                    <a:pt x="16157" y="3739"/>
                    <a:pt x="16157" y="8168"/>
                  </a:cubicBezTo>
                  <a:cubicBezTo>
                    <a:pt x="16157" y="12585"/>
                    <a:pt x="12574" y="16169"/>
                    <a:pt x="8156" y="16169"/>
                  </a:cubicBezTo>
                  <a:cubicBezTo>
                    <a:pt x="8109" y="16169"/>
                    <a:pt x="8073" y="16205"/>
                    <a:pt x="8073" y="16240"/>
                  </a:cubicBezTo>
                  <a:cubicBezTo>
                    <a:pt x="8073" y="16288"/>
                    <a:pt x="8109" y="16324"/>
                    <a:pt x="8156" y="16324"/>
                  </a:cubicBezTo>
                  <a:cubicBezTo>
                    <a:pt x="12657" y="16324"/>
                    <a:pt x="16324" y="12657"/>
                    <a:pt x="16324" y="8156"/>
                  </a:cubicBezTo>
                  <a:cubicBezTo>
                    <a:pt x="16324" y="3644"/>
                    <a:pt x="12681" y="0"/>
                    <a:pt x="8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557250" y="1963213"/>
              <a:ext cx="490875" cy="503000"/>
            </a:xfrm>
            <a:custGeom>
              <a:avLst/>
              <a:gdLst/>
              <a:ahLst/>
              <a:cxnLst/>
              <a:rect l="l" t="t" r="r" b="b"/>
              <a:pathLst>
                <a:path w="19635" h="20120" extrusionOk="0">
                  <a:moveTo>
                    <a:pt x="10345" y="1"/>
                  </a:moveTo>
                  <a:cubicBezTo>
                    <a:pt x="9033" y="1"/>
                    <a:pt x="7721" y="263"/>
                    <a:pt x="6466" y="785"/>
                  </a:cubicBezTo>
                  <a:cubicBezTo>
                    <a:pt x="3977" y="1809"/>
                    <a:pt x="2061" y="3738"/>
                    <a:pt x="1037" y="6226"/>
                  </a:cubicBezTo>
                  <a:cubicBezTo>
                    <a:pt x="1" y="8715"/>
                    <a:pt x="25" y="11441"/>
                    <a:pt x="1049" y="13918"/>
                  </a:cubicBezTo>
                  <a:cubicBezTo>
                    <a:pt x="2072" y="16406"/>
                    <a:pt x="4025" y="18323"/>
                    <a:pt x="6513" y="19359"/>
                  </a:cubicBezTo>
                  <a:cubicBezTo>
                    <a:pt x="7741" y="19866"/>
                    <a:pt x="9030" y="20119"/>
                    <a:pt x="10321" y="20119"/>
                  </a:cubicBezTo>
                  <a:cubicBezTo>
                    <a:pt x="11634" y="20119"/>
                    <a:pt x="12950" y="19858"/>
                    <a:pt x="14205" y="19335"/>
                  </a:cubicBezTo>
                  <a:cubicBezTo>
                    <a:pt x="16670" y="18311"/>
                    <a:pt x="18598" y="16394"/>
                    <a:pt x="19622" y="13918"/>
                  </a:cubicBezTo>
                  <a:cubicBezTo>
                    <a:pt x="19634" y="13894"/>
                    <a:pt x="19622" y="13882"/>
                    <a:pt x="19622" y="13858"/>
                  </a:cubicBezTo>
                  <a:cubicBezTo>
                    <a:pt x="19610" y="13834"/>
                    <a:pt x="19587" y="13823"/>
                    <a:pt x="19575" y="13823"/>
                  </a:cubicBezTo>
                  <a:lnTo>
                    <a:pt x="19515" y="13823"/>
                  </a:lnTo>
                  <a:cubicBezTo>
                    <a:pt x="19491" y="13834"/>
                    <a:pt x="19467" y="13846"/>
                    <a:pt x="19467" y="13858"/>
                  </a:cubicBezTo>
                  <a:cubicBezTo>
                    <a:pt x="18455" y="16287"/>
                    <a:pt x="16550" y="18192"/>
                    <a:pt x="14133" y="19204"/>
                  </a:cubicBezTo>
                  <a:cubicBezTo>
                    <a:pt x="12910" y="19718"/>
                    <a:pt x="11617" y="19974"/>
                    <a:pt x="10324" y="19974"/>
                  </a:cubicBezTo>
                  <a:cubicBezTo>
                    <a:pt x="9039" y="19974"/>
                    <a:pt x="7754" y="19721"/>
                    <a:pt x="6537" y="19216"/>
                  </a:cubicBezTo>
                  <a:cubicBezTo>
                    <a:pt x="4097" y="18204"/>
                    <a:pt x="2180" y="16299"/>
                    <a:pt x="1168" y="13858"/>
                  </a:cubicBezTo>
                  <a:cubicBezTo>
                    <a:pt x="144" y="11417"/>
                    <a:pt x="144" y="8715"/>
                    <a:pt x="1156" y="6274"/>
                  </a:cubicBezTo>
                  <a:cubicBezTo>
                    <a:pt x="2168" y="3833"/>
                    <a:pt x="4073" y="1916"/>
                    <a:pt x="6513" y="904"/>
                  </a:cubicBezTo>
                  <a:cubicBezTo>
                    <a:pt x="7741" y="383"/>
                    <a:pt x="9035" y="124"/>
                    <a:pt x="10328" y="124"/>
                  </a:cubicBezTo>
                  <a:cubicBezTo>
                    <a:pt x="11606" y="124"/>
                    <a:pt x="12884" y="377"/>
                    <a:pt x="14098" y="880"/>
                  </a:cubicBezTo>
                  <a:cubicBezTo>
                    <a:pt x="16539" y="1892"/>
                    <a:pt x="18455" y="3797"/>
                    <a:pt x="19467" y="6238"/>
                  </a:cubicBezTo>
                  <a:cubicBezTo>
                    <a:pt x="19477" y="6275"/>
                    <a:pt x="19507" y="6290"/>
                    <a:pt x="19536" y="6290"/>
                  </a:cubicBezTo>
                  <a:cubicBezTo>
                    <a:pt x="19545" y="6290"/>
                    <a:pt x="19554" y="6289"/>
                    <a:pt x="19563" y="6286"/>
                  </a:cubicBezTo>
                  <a:cubicBezTo>
                    <a:pt x="19598" y="6274"/>
                    <a:pt x="19622" y="6226"/>
                    <a:pt x="19598" y="6203"/>
                  </a:cubicBezTo>
                  <a:cubicBezTo>
                    <a:pt x="18575" y="3714"/>
                    <a:pt x="16646" y="1785"/>
                    <a:pt x="14157" y="761"/>
                  </a:cubicBezTo>
                  <a:cubicBezTo>
                    <a:pt x="12924" y="254"/>
                    <a:pt x="11635" y="1"/>
                    <a:pt x="10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0;p2"/>
          <p:cNvSpPr/>
          <p:nvPr/>
        </p:nvSpPr>
        <p:spPr>
          <a:xfrm rot="435267">
            <a:off x="6817947" y="-474140"/>
            <a:ext cx="1244549" cy="1240425"/>
          </a:xfrm>
          <a:custGeom>
            <a:avLst/>
            <a:gdLst/>
            <a:ahLst/>
            <a:cxnLst/>
            <a:rect l="l" t="t" r="r" b="b"/>
            <a:pathLst>
              <a:path w="28969" h="28873" extrusionOk="0">
                <a:moveTo>
                  <a:pt x="27814" y="0"/>
                </a:moveTo>
                <a:cubicBezTo>
                  <a:pt x="28075" y="0"/>
                  <a:pt x="28349" y="107"/>
                  <a:pt x="28552" y="310"/>
                </a:cubicBezTo>
                <a:cubicBezTo>
                  <a:pt x="28968" y="727"/>
                  <a:pt x="28968" y="1381"/>
                  <a:pt x="28552" y="1798"/>
                </a:cubicBezTo>
                <a:lnTo>
                  <a:pt x="1906" y="28456"/>
                </a:lnTo>
                <a:cubicBezTo>
                  <a:pt x="1489" y="28873"/>
                  <a:pt x="834" y="28873"/>
                  <a:pt x="417" y="28456"/>
                </a:cubicBezTo>
                <a:cubicBezTo>
                  <a:pt x="1" y="28039"/>
                  <a:pt x="1" y="27385"/>
                  <a:pt x="417" y="26968"/>
                </a:cubicBezTo>
                <a:lnTo>
                  <a:pt x="27063" y="310"/>
                </a:lnTo>
                <a:cubicBezTo>
                  <a:pt x="27278" y="107"/>
                  <a:pt x="27552" y="0"/>
                  <a:pt x="27814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50000">
                <a:schemeClr val="dk2"/>
              </a:gs>
              <a:gs pos="100000">
                <a:schemeClr val="l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" name="Google Shape;21;p2"/>
          <p:cNvGrpSpPr/>
          <p:nvPr/>
        </p:nvGrpSpPr>
        <p:grpSpPr>
          <a:xfrm>
            <a:off x="8250213" y="4120884"/>
            <a:ext cx="361129" cy="3106418"/>
            <a:chOff x="6317900" y="1197313"/>
            <a:chExt cx="180700" cy="1554375"/>
          </a:xfrm>
        </p:grpSpPr>
        <p:sp>
          <p:nvSpPr>
            <p:cNvPr id="22" name="Google Shape;22;p2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2"/>
          <p:cNvSpPr/>
          <p:nvPr/>
        </p:nvSpPr>
        <p:spPr>
          <a:xfrm rot="5400000">
            <a:off x="8716600" y="1537250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9" name="Google Shape;29;p2"/>
          <p:cNvCxnSpPr/>
          <p:nvPr/>
        </p:nvCxnSpPr>
        <p:spPr>
          <a:xfrm rot="436104" flipH="1">
            <a:off x="7342476" y="-138003"/>
            <a:ext cx="713735" cy="70071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Google Shape;30;p2"/>
          <p:cNvCxnSpPr/>
          <p:nvPr/>
        </p:nvCxnSpPr>
        <p:spPr>
          <a:xfrm rot="436104" flipH="1">
            <a:off x="7694851" y="-273622"/>
            <a:ext cx="713735" cy="70071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Google Shape;31;p2"/>
          <p:cNvSpPr/>
          <p:nvPr/>
        </p:nvSpPr>
        <p:spPr>
          <a:xfrm>
            <a:off x="8763750" y="-180350"/>
            <a:ext cx="1215300" cy="1215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8632950" y="-311150"/>
            <a:ext cx="1476900" cy="1476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2"/>
          <p:cNvGrpSpPr/>
          <p:nvPr/>
        </p:nvGrpSpPr>
        <p:grpSpPr>
          <a:xfrm>
            <a:off x="265900" y="3852516"/>
            <a:ext cx="194400" cy="112209"/>
            <a:chOff x="265900" y="3852516"/>
            <a:chExt cx="194400" cy="112209"/>
          </a:xfrm>
        </p:grpSpPr>
        <p:sp>
          <p:nvSpPr>
            <p:cNvPr id="34" name="Google Shape;34;p2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2"/>
          <p:cNvSpPr txBox="1">
            <a:spLocks noGrp="1"/>
          </p:cNvSpPr>
          <p:nvPr>
            <p:ph type="ctrTitle"/>
          </p:nvPr>
        </p:nvSpPr>
        <p:spPr>
          <a:xfrm>
            <a:off x="609600" y="1603974"/>
            <a:ext cx="7924800" cy="15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37" name="Google Shape;37;p2"/>
          <p:cNvSpPr txBox="1">
            <a:spLocks noGrp="1"/>
          </p:cNvSpPr>
          <p:nvPr>
            <p:ph type="subTitle" idx="1"/>
          </p:nvPr>
        </p:nvSpPr>
        <p:spPr>
          <a:xfrm>
            <a:off x="2125800" y="3428332"/>
            <a:ext cx="48924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1640000" y="2554200"/>
            <a:ext cx="5864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title" idx="2" hasCustomPrompt="1"/>
          </p:nvPr>
        </p:nvSpPr>
        <p:spPr>
          <a:xfrm>
            <a:off x="3960300" y="1149000"/>
            <a:ext cx="1223100" cy="12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Font typeface="Barlow Condensed"/>
              <a:buNone/>
              <a:defRPr sz="6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41" name="Google Shape;41;p3"/>
          <p:cNvSpPr txBox="1">
            <a:spLocks noGrp="1"/>
          </p:cNvSpPr>
          <p:nvPr>
            <p:ph type="subTitle" idx="1"/>
          </p:nvPr>
        </p:nvSpPr>
        <p:spPr>
          <a:xfrm>
            <a:off x="2144550" y="3396000"/>
            <a:ext cx="4854600" cy="59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3"/>
          <p:cNvSpPr/>
          <p:nvPr/>
        </p:nvSpPr>
        <p:spPr>
          <a:xfrm rot="899997" flipH="1">
            <a:off x="-1712038" y="3114971"/>
            <a:ext cx="4319015" cy="2721691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50000">
                <a:schemeClr val="dk2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3"/>
          <p:cNvSpPr/>
          <p:nvPr/>
        </p:nvSpPr>
        <p:spPr>
          <a:xfrm rot="5400000" flipH="1">
            <a:off x="7353835" y="3217381"/>
            <a:ext cx="2790574" cy="3072505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" name="Google Shape;44;p3"/>
          <p:cNvGrpSpPr/>
          <p:nvPr/>
        </p:nvGrpSpPr>
        <p:grpSpPr>
          <a:xfrm rot="10800000" flipH="1">
            <a:off x="-827467" y="-741529"/>
            <a:ext cx="1540684" cy="1387652"/>
            <a:chOff x="3632834" y="4464921"/>
            <a:chExt cx="1540684" cy="1387652"/>
          </a:xfrm>
        </p:grpSpPr>
        <p:sp>
          <p:nvSpPr>
            <p:cNvPr id="45" name="Google Shape;45;p3"/>
            <p:cNvSpPr/>
            <p:nvPr/>
          </p:nvSpPr>
          <p:spPr>
            <a:xfrm rot="435267">
              <a:off x="3706171" y="4538535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6" name="Google Shape;46;p3"/>
            <p:cNvCxnSpPr/>
            <p:nvPr/>
          </p:nvCxnSpPr>
          <p:spPr>
            <a:xfrm rot="436104" flipH="1">
              <a:off x="4418401" y="468547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7" name="Google Shape;47;p3"/>
          <p:cNvGrpSpPr/>
          <p:nvPr/>
        </p:nvGrpSpPr>
        <p:grpSpPr>
          <a:xfrm rot="10800000" flipH="1">
            <a:off x="7893908" y="-741529"/>
            <a:ext cx="1540684" cy="1387652"/>
            <a:chOff x="3632834" y="4464921"/>
            <a:chExt cx="1540684" cy="1387652"/>
          </a:xfrm>
        </p:grpSpPr>
        <p:sp>
          <p:nvSpPr>
            <p:cNvPr id="48" name="Google Shape;48;p3"/>
            <p:cNvSpPr/>
            <p:nvPr/>
          </p:nvSpPr>
          <p:spPr>
            <a:xfrm rot="435267">
              <a:off x="3706171" y="4538535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9" name="Google Shape;49;p3"/>
            <p:cNvCxnSpPr/>
            <p:nvPr/>
          </p:nvCxnSpPr>
          <p:spPr>
            <a:xfrm rot="436104" flipH="1">
              <a:off x="4418401" y="468547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0" name="Google Shape;50;p3"/>
          <p:cNvGrpSpPr/>
          <p:nvPr/>
        </p:nvGrpSpPr>
        <p:grpSpPr>
          <a:xfrm>
            <a:off x="8625038" y="2781167"/>
            <a:ext cx="361129" cy="3106418"/>
            <a:chOff x="6317900" y="1197313"/>
            <a:chExt cx="180700" cy="1554375"/>
          </a:xfrm>
        </p:grpSpPr>
        <p:sp>
          <p:nvSpPr>
            <p:cNvPr id="51" name="Google Shape;51;p3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" name="Google Shape;57;p3"/>
          <p:cNvGrpSpPr/>
          <p:nvPr/>
        </p:nvGrpSpPr>
        <p:grpSpPr>
          <a:xfrm flipH="1">
            <a:off x="157813" y="3585317"/>
            <a:ext cx="361129" cy="3106418"/>
            <a:chOff x="6317900" y="1197313"/>
            <a:chExt cx="180700" cy="1554375"/>
          </a:xfrm>
        </p:grpSpPr>
        <p:sp>
          <p:nvSpPr>
            <p:cNvPr id="58" name="Google Shape;58;p3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" name="Google Shape;64;p3"/>
          <p:cNvGrpSpPr/>
          <p:nvPr/>
        </p:nvGrpSpPr>
        <p:grpSpPr>
          <a:xfrm rot="-5400000" flipH="1">
            <a:off x="8647825" y="1440894"/>
            <a:ext cx="315575" cy="366750"/>
            <a:chOff x="8558925" y="4522650"/>
            <a:chExt cx="315575" cy="366750"/>
          </a:xfrm>
        </p:grpSpPr>
        <p:grpSp>
          <p:nvGrpSpPr>
            <p:cNvPr id="65" name="Google Shape;65;p3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66" name="Google Shape;66;p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" name="Google Shape;68;p3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69" name="Google Shape;69;p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" name="Google Shape;74;p3"/>
          <p:cNvGrpSpPr/>
          <p:nvPr/>
        </p:nvGrpSpPr>
        <p:grpSpPr>
          <a:xfrm>
            <a:off x="208200" y="1568169"/>
            <a:ext cx="194400" cy="112209"/>
            <a:chOff x="265900" y="3852516"/>
            <a:chExt cx="194400" cy="112209"/>
          </a:xfrm>
        </p:grpSpPr>
        <p:sp>
          <p:nvSpPr>
            <p:cNvPr id="75" name="Google Shape;75;p3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>
            <a:spLocks noGrp="1"/>
          </p:cNvSpPr>
          <p:nvPr>
            <p:ph type="title"/>
          </p:nvPr>
        </p:nvSpPr>
        <p:spPr>
          <a:xfrm>
            <a:off x="720000" y="44805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"/>
          <p:cNvSpPr txBox="1">
            <a:spLocks noGrp="1"/>
          </p:cNvSpPr>
          <p:nvPr>
            <p:ph type="body" idx="1"/>
          </p:nvPr>
        </p:nvSpPr>
        <p:spPr>
          <a:xfrm>
            <a:off x="720000" y="1127000"/>
            <a:ext cx="7704000" cy="3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80" name="Google Shape;80;p4"/>
          <p:cNvSpPr/>
          <p:nvPr/>
        </p:nvSpPr>
        <p:spPr>
          <a:xfrm rot="-5400000">
            <a:off x="7165362" y="-774010"/>
            <a:ext cx="2984498" cy="1880725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50000">
                <a:schemeClr val="dk2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"/>
          <p:cNvSpPr/>
          <p:nvPr/>
        </p:nvSpPr>
        <p:spPr>
          <a:xfrm rot="900032">
            <a:off x="-1298549" y="-641129"/>
            <a:ext cx="2144560" cy="2361269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" name="Google Shape;82;p4"/>
          <p:cNvGrpSpPr/>
          <p:nvPr/>
        </p:nvGrpSpPr>
        <p:grpSpPr>
          <a:xfrm>
            <a:off x="8558925" y="4522650"/>
            <a:ext cx="315575" cy="366750"/>
            <a:chOff x="8558925" y="4522650"/>
            <a:chExt cx="315575" cy="366750"/>
          </a:xfrm>
        </p:grpSpPr>
        <p:grpSp>
          <p:nvGrpSpPr>
            <p:cNvPr id="83" name="Google Shape;83;p4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84" name="Google Shape;84;p4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4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" name="Google Shape;86;p4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87" name="Google Shape;87;p4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4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9" name="Google Shape;89;p4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90" name="Google Shape;90;p4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4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2" name="Google Shape;92;p4"/>
          <p:cNvSpPr/>
          <p:nvPr/>
        </p:nvSpPr>
        <p:spPr>
          <a:xfrm rot="5400000">
            <a:off x="8769800" y="254288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" name="Google Shape;93;p4"/>
          <p:cNvGrpSpPr/>
          <p:nvPr/>
        </p:nvGrpSpPr>
        <p:grpSpPr>
          <a:xfrm>
            <a:off x="280275" y="246791"/>
            <a:ext cx="194400" cy="112209"/>
            <a:chOff x="265900" y="3852516"/>
            <a:chExt cx="194400" cy="112209"/>
          </a:xfrm>
        </p:grpSpPr>
        <p:sp>
          <p:nvSpPr>
            <p:cNvPr id="94" name="Google Shape;94;p4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" name="Google Shape;96;p4"/>
          <p:cNvGrpSpPr/>
          <p:nvPr/>
        </p:nvGrpSpPr>
        <p:grpSpPr>
          <a:xfrm>
            <a:off x="158099" y="4189781"/>
            <a:ext cx="438754" cy="772904"/>
            <a:chOff x="4950175" y="2998438"/>
            <a:chExt cx="88725" cy="156300"/>
          </a:xfrm>
        </p:grpSpPr>
        <p:sp>
          <p:nvSpPr>
            <p:cNvPr id="97" name="Google Shape;97;p4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" name="Google Shape;133;p4"/>
          <p:cNvGrpSpPr/>
          <p:nvPr/>
        </p:nvGrpSpPr>
        <p:grpSpPr>
          <a:xfrm>
            <a:off x="3876381" y="4522646"/>
            <a:ext cx="1391239" cy="1387652"/>
            <a:chOff x="4010494" y="4522646"/>
            <a:chExt cx="1391239" cy="1387652"/>
          </a:xfrm>
        </p:grpSpPr>
        <p:sp>
          <p:nvSpPr>
            <p:cNvPr id="134" name="Google Shape;134;p4"/>
            <p:cNvSpPr/>
            <p:nvPr/>
          </p:nvSpPr>
          <p:spPr>
            <a:xfrm rot="435267">
              <a:off x="4083847" y="4596260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5" name="Google Shape;135;p4"/>
            <p:cNvCxnSpPr/>
            <p:nvPr/>
          </p:nvCxnSpPr>
          <p:spPr>
            <a:xfrm rot="436104" flipH="1">
              <a:off x="4646601" y="486612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6" name="Google Shape;136;p4"/>
            <p:cNvCxnSpPr/>
            <p:nvPr/>
          </p:nvCxnSpPr>
          <p:spPr>
            <a:xfrm rot="436104" flipH="1">
              <a:off x="4051876" y="486612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6"/>
          <p:cNvSpPr/>
          <p:nvPr/>
        </p:nvSpPr>
        <p:spPr>
          <a:xfrm rot="-3599986">
            <a:off x="7364768" y="717262"/>
            <a:ext cx="4319099" cy="2721743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"/>
          <p:cNvSpPr/>
          <p:nvPr/>
        </p:nvSpPr>
        <p:spPr>
          <a:xfrm rot="3599986" flipH="1">
            <a:off x="-2713057" y="717262"/>
            <a:ext cx="4319099" cy="2721743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2" name="Google Shape;182;p6"/>
          <p:cNvGrpSpPr/>
          <p:nvPr/>
        </p:nvGrpSpPr>
        <p:grpSpPr>
          <a:xfrm>
            <a:off x="8601699" y="3997293"/>
            <a:ext cx="438754" cy="772904"/>
            <a:chOff x="4950175" y="2998438"/>
            <a:chExt cx="88725" cy="156300"/>
          </a:xfrm>
        </p:grpSpPr>
        <p:sp>
          <p:nvSpPr>
            <p:cNvPr id="183" name="Google Shape;183;p6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6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6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6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6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6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6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9" name="Google Shape;219;p6"/>
          <p:cNvGrpSpPr/>
          <p:nvPr/>
        </p:nvGrpSpPr>
        <p:grpSpPr>
          <a:xfrm>
            <a:off x="3789809" y="4520733"/>
            <a:ext cx="1391222" cy="1387652"/>
            <a:chOff x="4010510" y="4522646"/>
            <a:chExt cx="1391222" cy="1387652"/>
          </a:xfrm>
        </p:grpSpPr>
        <p:sp>
          <p:nvSpPr>
            <p:cNvPr id="220" name="Google Shape;220;p6"/>
            <p:cNvSpPr/>
            <p:nvPr/>
          </p:nvSpPr>
          <p:spPr>
            <a:xfrm rot="435267">
              <a:off x="4083847" y="4596260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1" name="Google Shape;221;p6"/>
            <p:cNvCxnSpPr/>
            <p:nvPr/>
          </p:nvCxnSpPr>
          <p:spPr>
            <a:xfrm rot="436104" flipH="1">
              <a:off x="4223501" y="469567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22" name="Google Shape;222;p6"/>
          <p:cNvGrpSpPr/>
          <p:nvPr/>
        </p:nvGrpSpPr>
        <p:grpSpPr>
          <a:xfrm>
            <a:off x="1772900" y="4810116"/>
            <a:ext cx="194400" cy="112209"/>
            <a:chOff x="265900" y="3852516"/>
            <a:chExt cx="194400" cy="112209"/>
          </a:xfrm>
        </p:grpSpPr>
        <p:sp>
          <p:nvSpPr>
            <p:cNvPr id="223" name="Google Shape;223;p6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6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" name="Google Shape;225;p6"/>
          <p:cNvGrpSpPr/>
          <p:nvPr/>
        </p:nvGrpSpPr>
        <p:grpSpPr>
          <a:xfrm>
            <a:off x="216575" y="1666525"/>
            <a:ext cx="315575" cy="366750"/>
            <a:chOff x="8558925" y="4522650"/>
            <a:chExt cx="315575" cy="366750"/>
          </a:xfrm>
        </p:grpSpPr>
        <p:grpSp>
          <p:nvGrpSpPr>
            <p:cNvPr id="226" name="Google Shape;226;p6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227" name="Google Shape;227;p6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6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9" name="Google Shape;229;p6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230" name="Google Shape;230;p6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6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2" name="Google Shape;232;p6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233" name="Google Shape;233;p6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6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35" name="Google Shape;235;p6"/>
          <p:cNvSpPr/>
          <p:nvPr/>
        </p:nvSpPr>
        <p:spPr>
          <a:xfrm rot="5400000">
            <a:off x="7093213" y="4817613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6" name="Google Shape;236;p6"/>
          <p:cNvGrpSpPr/>
          <p:nvPr/>
        </p:nvGrpSpPr>
        <p:grpSpPr>
          <a:xfrm>
            <a:off x="-756900" y="-937412"/>
            <a:ext cx="1476900" cy="1476900"/>
            <a:chOff x="8632950" y="-311150"/>
            <a:chExt cx="1476900" cy="1476900"/>
          </a:xfrm>
        </p:grpSpPr>
        <p:sp>
          <p:nvSpPr>
            <p:cNvPr id="237" name="Google Shape;237;p6"/>
            <p:cNvSpPr/>
            <p:nvPr/>
          </p:nvSpPr>
          <p:spPr>
            <a:xfrm>
              <a:off x="8763750" y="-180350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6"/>
            <p:cNvSpPr/>
            <p:nvPr/>
          </p:nvSpPr>
          <p:spPr>
            <a:xfrm>
              <a:off x="8632950" y="-311150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9" name="Google Shape;239;p6"/>
          <p:cNvGrpSpPr/>
          <p:nvPr/>
        </p:nvGrpSpPr>
        <p:grpSpPr>
          <a:xfrm>
            <a:off x="8424000" y="-937412"/>
            <a:ext cx="1476900" cy="1476900"/>
            <a:chOff x="8632950" y="-311150"/>
            <a:chExt cx="1476900" cy="1476900"/>
          </a:xfrm>
        </p:grpSpPr>
        <p:sp>
          <p:nvSpPr>
            <p:cNvPr id="240" name="Google Shape;240;p6"/>
            <p:cNvSpPr/>
            <p:nvPr/>
          </p:nvSpPr>
          <p:spPr>
            <a:xfrm>
              <a:off x="8763750" y="-180350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8632950" y="-311150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"/>
          <p:cNvSpPr txBox="1">
            <a:spLocks noGrp="1"/>
          </p:cNvSpPr>
          <p:nvPr>
            <p:ph type="title"/>
          </p:nvPr>
        </p:nvSpPr>
        <p:spPr>
          <a:xfrm>
            <a:off x="1569600" y="1268375"/>
            <a:ext cx="6004800" cy="848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4" name="Google Shape;244;p7"/>
          <p:cNvSpPr txBox="1">
            <a:spLocks noGrp="1"/>
          </p:cNvSpPr>
          <p:nvPr>
            <p:ph type="subTitle" idx="1"/>
          </p:nvPr>
        </p:nvSpPr>
        <p:spPr>
          <a:xfrm>
            <a:off x="1569600" y="2400023"/>
            <a:ext cx="6004800" cy="12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7"/>
          <p:cNvSpPr/>
          <p:nvPr/>
        </p:nvSpPr>
        <p:spPr>
          <a:xfrm rot="-6012810">
            <a:off x="6446180" y="-972564"/>
            <a:ext cx="4319100" cy="2721744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50000">
                <a:schemeClr val="dk2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7"/>
          <p:cNvSpPr/>
          <p:nvPr/>
        </p:nvSpPr>
        <p:spPr>
          <a:xfrm rot="435267">
            <a:off x="3845984" y="-605915"/>
            <a:ext cx="1244549" cy="1240425"/>
          </a:xfrm>
          <a:custGeom>
            <a:avLst/>
            <a:gdLst/>
            <a:ahLst/>
            <a:cxnLst/>
            <a:rect l="l" t="t" r="r" b="b"/>
            <a:pathLst>
              <a:path w="28969" h="28873" extrusionOk="0">
                <a:moveTo>
                  <a:pt x="27814" y="0"/>
                </a:moveTo>
                <a:cubicBezTo>
                  <a:pt x="28075" y="0"/>
                  <a:pt x="28349" y="107"/>
                  <a:pt x="28552" y="310"/>
                </a:cubicBezTo>
                <a:cubicBezTo>
                  <a:pt x="28968" y="727"/>
                  <a:pt x="28968" y="1381"/>
                  <a:pt x="28552" y="1798"/>
                </a:cubicBezTo>
                <a:lnTo>
                  <a:pt x="1906" y="28456"/>
                </a:lnTo>
                <a:cubicBezTo>
                  <a:pt x="1489" y="28873"/>
                  <a:pt x="834" y="28873"/>
                  <a:pt x="417" y="28456"/>
                </a:cubicBezTo>
                <a:cubicBezTo>
                  <a:pt x="1" y="28039"/>
                  <a:pt x="1" y="27385"/>
                  <a:pt x="417" y="26968"/>
                </a:cubicBezTo>
                <a:lnTo>
                  <a:pt x="27063" y="310"/>
                </a:lnTo>
                <a:cubicBezTo>
                  <a:pt x="27278" y="107"/>
                  <a:pt x="27552" y="0"/>
                  <a:pt x="27814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50000">
                <a:schemeClr val="dk2"/>
              </a:gs>
              <a:gs pos="100000">
                <a:schemeClr val="l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7" name="Google Shape;247;p7"/>
          <p:cNvCxnSpPr/>
          <p:nvPr/>
        </p:nvCxnSpPr>
        <p:spPr>
          <a:xfrm rot="436104" flipH="1">
            <a:off x="4188239" y="-137722"/>
            <a:ext cx="713735" cy="70071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8" name="Google Shape;248;p7"/>
          <p:cNvSpPr/>
          <p:nvPr/>
        </p:nvSpPr>
        <p:spPr>
          <a:xfrm rot="-5400000" flipH="1">
            <a:off x="307075" y="2523138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9" name="Google Shape;249;p7"/>
          <p:cNvGrpSpPr/>
          <p:nvPr/>
        </p:nvGrpSpPr>
        <p:grpSpPr>
          <a:xfrm flipH="1">
            <a:off x="8671988" y="3199241"/>
            <a:ext cx="194400" cy="112209"/>
            <a:chOff x="265900" y="3852516"/>
            <a:chExt cx="194400" cy="112209"/>
          </a:xfrm>
        </p:grpSpPr>
        <p:sp>
          <p:nvSpPr>
            <p:cNvPr id="250" name="Google Shape;250;p7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7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52" name="Google Shape;252;p7"/>
          <p:cNvCxnSpPr/>
          <p:nvPr/>
        </p:nvCxnSpPr>
        <p:spPr>
          <a:xfrm rot="436104" flipH="1">
            <a:off x="4616239" y="-250922"/>
            <a:ext cx="713735" cy="70071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3" name="Google Shape;253;p7"/>
          <p:cNvSpPr/>
          <p:nvPr/>
        </p:nvSpPr>
        <p:spPr>
          <a:xfrm>
            <a:off x="-1348900" y="4016737"/>
            <a:ext cx="4319041" cy="2721707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4" name="Google Shape;254;p7"/>
          <p:cNvGrpSpPr/>
          <p:nvPr/>
        </p:nvGrpSpPr>
        <p:grpSpPr>
          <a:xfrm rot="-5400000">
            <a:off x="8064938" y="4172419"/>
            <a:ext cx="1942494" cy="2022980"/>
            <a:chOff x="4445625" y="1829838"/>
            <a:chExt cx="739125" cy="769750"/>
          </a:xfrm>
        </p:grpSpPr>
        <p:sp>
          <p:nvSpPr>
            <p:cNvPr id="255" name="Google Shape;255;p7"/>
            <p:cNvSpPr/>
            <p:nvPr/>
          </p:nvSpPr>
          <p:spPr>
            <a:xfrm>
              <a:off x="4497725" y="1897713"/>
              <a:ext cx="634925" cy="634925"/>
            </a:xfrm>
            <a:custGeom>
              <a:avLst/>
              <a:gdLst/>
              <a:ahLst/>
              <a:cxnLst/>
              <a:rect l="l" t="t" r="r" b="b"/>
              <a:pathLst>
                <a:path w="25397" h="25397" extrusionOk="0">
                  <a:moveTo>
                    <a:pt x="12704" y="36"/>
                  </a:moveTo>
                  <a:cubicBezTo>
                    <a:pt x="14407" y="36"/>
                    <a:pt x="16062" y="381"/>
                    <a:pt x="17622" y="1036"/>
                  </a:cubicBezTo>
                  <a:cubicBezTo>
                    <a:pt x="19122" y="1679"/>
                    <a:pt x="20479" y="2584"/>
                    <a:pt x="21646" y="3739"/>
                  </a:cubicBezTo>
                  <a:cubicBezTo>
                    <a:pt x="22801" y="4905"/>
                    <a:pt x="23718" y="6251"/>
                    <a:pt x="24349" y="7763"/>
                  </a:cubicBezTo>
                  <a:cubicBezTo>
                    <a:pt x="25027" y="9323"/>
                    <a:pt x="25349" y="10978"/>
                    <a:pt x="25349" y="12692"/>
                  </a:cubicBezTo>
                  <a:cubicBezTo>
                    <a:pt x="25349" y="14395"/>
                    <a:pt x="25004" y="16050"/>
                    <a:pt x="24349" y="17609"/>
                  </a:cubicBezTo>
                  <a:cubicBezTo>
                    <a:pt x="23718" y="19121"/>
                    <a:pt x="22801" y="20467"/>
                    <a:pt x="21646" y="21634"/>
                  </a:cubicBezTo>
                  <a:cubicBezTo>
                    <a:pt x="20479" y="22789"/>
                    <a:pt x="19122" y="23705"/>
                    <a:pt x="17622" y="24336"/>
                  </a:cubicBezTo>
                  <a:cubicBezTo>
                    <a:pt x="16062" y="25015"/>
                    <a:pt x="14407" y="25336"/>
                    <a:pt x="12704" y="25336"/>
                  </a:cubicBezTo>
                  <a:cubicBezTo>
                    <a:pt x="10990" y="25336"/>
                    <a:pt x="9335" y="24991"/>
                    <a:pt x="7775" y="24336"/>
                  </a:cubicBezTo>
                  <a:cubicBezTo>
                    <a:pt x="6275" y="23705"/>
                    <a:pt x="4918" y="22789"/>
                    <a:pt x="3751" y="21634"/>
                  </a:cubicBezTo>
                  <a:cubicBezTo>
                    <a:pt x="2596" y="20467"/>
                    <a:pt x="1679" y="19121"/>
                    <a:pt x="1048" y="17609"/>
                  </a:cubicBezTo>
                  <a:cubicBezTo>
                    <a:pt x="382" y="16050"/>
                    <a:pt x="48" y="14395"/>
                    <a:pt x="48" y="12692"/>
                  </a:cubicBezTo>
                  <a:cubicBezTo>
                    <a:pt x="48" y="10978"/>
                    <a:pt x="393" y="9323"/>
                    <a:pt x="1048" y="7763"/>
                  </a:cubicBezTo>
                  <a:cubicBezTo>
                    <a:pt x="1691" y="6251"/>
                    <a:pt x="2596" y="4905"/>
                    <a:pt x="3751" y="3739"/>
                  </a:cubicBezTo>
                  <a:cubicBezTo>
                    <a:pt x="4918" y="2584"/>
                    <a:pt x="6275" y="1679"/>
                    <a:pt x="7775" y="1036"/>
                  </a:cubicBezTo>
                  <a:cubicBezTo>
                    <a:pt x="9335" y="369"/>
                    <a:pt x="10990" y="36"/>
                    <a:pt x="12704" y="36"/>
                  </a:cubicBezTo>
                  <a:close/>
                  <a:moveTo>
                    <a:pt x="12704" y="0"/>
                  </a:moveTo>
                  <a:cubicBezTo>
                    <a:pt x="10990" y="0"/>
                    <a:pt x="9323" y="333"/>
                    <a:pt x="7763" y="1000"/>
                  </a:cubicBezTo>
                  <a:cubicBezTo>
                    <a:pt x="6251" y="1643"/>
                    <a:pt x="4882" y="2560"/>
                    <a:pt x="3727" y="3727"/>
                  </a:cubicBezTo>
                  <a:cubicBezTo>
                    <a:pt x="2560" y="4882"/>
                    <a:pt x="1644" y="6239"/>
                    <a:pt x="1001" y="7763"/>
                  </a:cubicBezTo>
                  <a:cubicBezTo>
                    <a:pt x="346" y="9323"/>
                    <a:pt x="1" y="10989"/>
                    <a:pt x="1" y="12704"/>
                  </a:cubicBezTo>
                  <a:cubicBezTo>
                    <a:pt x="1" y="14407"/>
                    <a:pt x="334" y="16073"/>
                    <a:pt x="1001" y="17645"/>
                  </a:cubicBezTo>
                  <a:cubicBezTo>
                    <a:pt x="1644" y="19145"/>
                    <a:pt x="2560" y="20514"/>
                    <a:pt x="3727" y="21669"/>
                  </a:cubicBezTo>
                  <a:cubicBezTo>
                    <a:pt x="4882" y="22836"/>
                    <a:pt x="6239" y="23753"/>
                    <a:pt x="7763" y="24396"/>
                  </a:cubicBezTo>
                  <a:cubicBezTo>
                    <a:pt x="9323" y="25051"/>
                    <a:pt x="10990" y="25396"/>
                    <a:pt x="12704" y="25396"/>
                  </a:cubicBezTo>
                  <a:cubicBezTo>
                    <a:pt x="14407" y="25396"/>
                    <a:pt x="16074" y="25051"/>
                    <a:pt x="17646" y="24396"/>
                  </a:cubicBezTo>
                  <a:cubicBezTo>
                    <a:pt x="19146" y="23753"/>
                    <a:pt x="20515" y="22836"/>
                    <a:pt x="21670" y="21669"/>
                  </a:cubicBezTo>
                  <a:cubicBezTo>
                    <a:pt x="22837" y="20514"/>
                    <a:pt x="23753" y="19157"/>
                    <a:pt x="24396" y="17645"/>
                  </a:cubicBezTo>
                  <a:cubicBezTo>
                    <a:pt x="25051" y="16073"/>
                    <a:pt x="25397" y="14407"/>
                    <a:pt x="25397" y="12704"/>
                  </a:cubicBezTo>
                  <a:cubicBezTo>
                    <a:pt x="25397" y="10989"/>
                    <a:pt x="25063" y="9323"/>
                    <a:pt x="24396" y="7763"/>
                  </a:cubicBezTo>
                  <a:cubicBezTo>
                    <a:pt x="23753" y="6251"/>
                    <a:pt x="22837" y="4882"/>
                    <a:pt x="21670" y="3727"/>
                  </a:cubicBezTo>
                  <a:cubicBezTo>
                    <a:pt x="20515" y="2560"/>
                    <a:pt x="19158" y="1643"/>
                    <a:pt x="17646" y="1000"/>
                  </a:cubicBezTo>
                  <a:cubicBezTo>
                    <a:pt x="16074" y="345"/>
                    <a:pt x="14407" y="0"/>
                    <a:pt x="12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7"/>
            <p:cNvSpPr/>
            <p:nvPr/>
          </p:nvSpPr>
          <p:spPr>
            <a:xfrm>
              <a:off x="4620350" y="2020038"/>
              <a:ext cx="389975" cy="389650"/>
            </a:xfrm>
            <a:custGeom>
              <a:avLst/>
              <a:gdLst/>
              <a:ahLst/>
              <a:cxnLst/>
              <a:rect l="l" t="t" r="r" b="b"/>
              <a:pathLst>
                <a:path w="15599" h="15586" extrusionOk="0">
                  <a:moveTo>
                    <a:pt x="15598" y="7799"/>
                  </a:moveTo>
                  <a:cubicBezTo>
                    <a:pt x="15598" y="3489"/>
                    <a:pt x="12110" y="0"/>
                    <a:pt x="7799" y="0"/>
                  </a:cubicBezTo>
                  <a:cubicBezTo>
                    <a:pt x="3478" y="0"/>
                    <a:pt x="1" y="3477"/>
                    <a:pt x="1" y="7799"/>
                  </a:cubicBezTo>
                  <a:cubicBezTo>
                    <a:pt x="1" y="12097"/>
                    <a:pt x="3478" y="15586"/>
                    <a:pt x="7799" y="15586"/>
                  </a:cubicBezTo>
                  <a:cubicBezTo>
                    <a:pt x="12110" y="15586"/>
                    <a:pt x="15598" y="12097"/>
                    <a:pt x="15598" y="7799"/>
                  </a:cubicBezTo>
                  <a:close/>
                  <a:moveTo>
                    <a:pt x="1703" y="7799"/>
                  </a:moveTo>
                  <a:cubicBezTo>
                    <a:pt x="1703" y="4430"/>
                    <a:pt x="4430" y="1703"/>
                    <a:pt x="7799" y="1703"/>
                  </a:cubicBezTo>
                  <a:cubicBezTo>
                    <a:pt x="11157" y="1703"/>
                    <a:pt x="13884" y="4430"/>
                    <a:pt x="13884" y="7799"/>
                  </a:cubicBezTo>
                  <a:cubicBezTo>
                    <a:pt x="13884" y="11157"/>
                    <a:pt x="11157" y="13883"/>
                    <a:pt x="7799" y="13883"/>
                  </a:cubicBezTo>
                  <a:cubicBezTo>
                    <a:pt x="4430" y="13871"/>
                    <a:pt x="1703" y="11145"/>
                    <a:pt x="1703" y="77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4445625" y="1845313"/>
              <a:ext cx="739125" cy="739100"/>
            </a:xfrm>
            <a:custGeom>
              <a:avLst/>
              <a:gdLst/>
              <a:ahLst/>
              <a:cxnLst/>
              <a:rect l="l" t="t" r="r" b="b"/>
              <a:pathLst>
                <a:path w="29565" h="29564" extrusionOk="0">
                  <a:moveTo>
                    <a:pt x="29564" y="14788"/>
                  </a:moveTo>
                  <a:cubicBezTo>
                    <a:pt x="29564" y="6608"/>
                    <a:pt x="22944" y="1"/>
                    <a:pt x="14788" y="1"/>
                  </a:cubicBezTo>
                  <a:cubicBezTo>
                    <a:pt x="6609" y="1"/>
                    <a:pt x="1" y="6632"/>
                    <a:pt x="1" y="14788"/>
                  </a:cubicBezTo>
                  <a:cubicBezTo>
                    <a:pt x="1" y="22944"/>
                    <a:pt x="6633" y="29564"/>
                    <a:pt x="14788" y="29564"/>
                  </a:cubicBezTo>
                  <a:cubicBezTo>
                    <a:pt x="22956" y="29564"/>
                    <a:pt x="29564" y="22944"/>
                    <a:pt x="29564" y="14788"/>
                  </a:cubicBezTo>
                  <a:close/>
                  <a:moveTo>
                    <a:pt x="2823" y="14788"/>
                  </a:moveTo>
                  <a:cubicBezTo>
                    <a:pt x="2823" y="8180"/>
                    <a:pt x="8181" y="2822"/>
                    <a:pt x="14788" y="2822"/>
                  </a:cubicBezTo>
                  <a:cubicBezTo>
                    <a:pt x="21396" y="2822"/>
                    <a:pt x="26754" y="8180"/>
                    <a:pt x="26754" y="14788"/>
                  </a:cubicBezTo>
                  <a:cubicBezTo>
                    <a:pt x="26754" y="21384"/>
                    <a:pt x="21396" y="26742"/>
                    <a:pt x="14788" y="26742"/>
                  </a:cubicBezTo>
                  <a:cubicBezTo>
                    <a:pt x="8181" y="26730"/>
                    <a:pt x="2823" y="21372"/>
                    <a:pt x="2823" y="1478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7"/>
            <p:cNvSpPr/>
            <p:nvPr/>
          </p:nvSpPr>
          <p:spPr>
            <a:xfrm>
              <a:off x="4537900" y="1829838"/>
              <a:ext cx="554575" cy="769750"/>
            </a:xfrm>
            <a:custGeom>
              <a:avLst/>
              <a:gdLst/>
              <a:ahLst/>
              <a:cxnLst/>
              <a:rect l="l" t="t" r="r" b="b"/>
              <a:pathLst>
                <a:path w="22183" h="30790" extrusionOk="0">
                  <a:moveTo>
                    <a:pt x="11062" y="0"/>
                  </a:moveTo>
                  <a:cubicBezTo>
                    <a:pt x="8978" y="0"/>
                    <a:pt x="6966" y="405"/>
                    <a:pt x="5061" y="1203"/>
                  </a:cubicBezTo>
                  <a:cubicBezTo>
                    <a:pt x="3239" y="1977"/>
                    <a:pt x="1584" y="3096"/>
                    <a:pt x="168" y="4513"/>
                  </a:cubicBezTo>
                  <a:cubicBezTo>
                    <a:pt x="108" y="4549"/>
                    <a:pt x="60" y="4608"/>
                    <a:pt x="1" y="4668"/>
                  </a:cubicBezTo>
                  <a:lnTo>
                    <a:pt x="1" y="4894"/>
                  </a:lnTo>
                  <a:lnTo>
                    <a:pt x="287" y="4608"/>
                  </a:lnTo>
                  <a:cubicBezTo>
                    <a:pt x="3168" y="1739"/>
                    <a:pt x="7002" y="143"/>
                    <a:pt x="11074" y="143"/>
                  </a:cubicBezTo>
                  <a:cubicBezTo>
                    <a:pt x="15158" y="143"/>
                    <a:pt x="18979" y="1727"/>
                    <a:pt x="21861" y="4608"/>
                  </a:cubicBezTo>
                  <a:cubicBezTo>
                    <a:pt x="21958" y="4694"/>
                    <a:pt x="22045" y="4790"/>
                    <a:pt x="22123" y="4870"/>
                  </a:cubicBezTo>
                  <a:lnTo>
                    <a:pt x="22123" y="4870"/>
                  </a:lnTo>
                  <a:lnTo>
                    <a:pt x="22123" y="4668"/>
                  </a:lnTo>
                  <a:lnTo>
                    <a:pt x="21956" y="4513"/>
                  </a:lnTo>
                  <a:cubicBezTo>
                    <a:pt x="20539" y="3096"/>
                    <a:pt x="18884" y="1977"/>
                    <a:pt x="17063" y="1203"/>
                  </a:cubicBezTo>
                  <a:cubicBezTo>
                    <a:pt x="15158" y="405"/>
                    <a:pt x="13145" y="0"/>
                    <a:pt x="11062" y="0"/>
                  </a:cubicBezTo>
                  <a:close/>
                  <a:moveTo>
                    <a:pt x="22123" y="4870"/>
                  </a:moveTo>
                  <a:lnTo>
                    <a:pt x="22123" y="4894"/>
                  </a:lnTo>
                  <a:lnTo>
                    <a:pt x="22146" y="4894"/>
                  </a:lnTo>
                  <a:cubicBezTo>
                    <a:pt x="22139" y="4886"/>
                    <a:pt x="22131" y="4878"/>
                    <a:pt x="22123" y="4870"/>
                  </a:cubicBezTo>
                  <a:close/>
                  <a:moveTo>
                    <a:pt x="37" y="25896"/>
                  </a:moveTo>
                  <a:lnTo>
                    <a:pt x="37" y="26123"/>
                  </a:lnTo>
                  <a:lnTo>
                    <a:pt x="203" y="26277"/>
                  </a:lnTo>
                  <a:cubicBezTo>
                    <a:pt x="1608" y="27694"/>
                    <a:pt x="3263" y="28813"/>
                    <a:pt x="5097" y="29587"/>
                  </a:cubicBezTo>
                  <a:cubicBezTo>
                    <a:pt x="7002" y="30385"/>
                    <a:pt x="9014" y="30790"/>
                    <a:pt x="11097" y="30790"/>
                  </a:cubicBezTo>
                  <a:cubicBezTo>
                    <a:pt x="13181" y="30790"/>
                    <a:pt x="15181" y="30385"/>
                    <a:pt x="17086" y="29587"/>
                  </a:cubicBezTo>
                  <a:cubicBezTo>
                    <a:pt x="18920" y="28813"/>
                    <a:pt x="20575" y="27694"/>
                    <a:pt x="21992" y="26277"/>
                  </a:cubicBezTo>
                  <a:lnTo>
                    <a:pt x="22146" y="26123"/>
                  </a:lnTo>
                  <a:lnTo>
                    <a:pt x="22182" y="26123"/>
                  </a:lnTo>
                  <a:lnTo>
                    <a:pt x="22182" y="25896"/>
                  </a:lnTo>
                  <a:cubicBezTo>
                    <a:pt x="22075" y="25980"/>
                    <a:pt x="21980" y="26087"/>
                    <a:pt x="21896" y="26170"/>
                  </a:cubicBezTo>
                  <a:cubicBezTo>
                    <a:pt x="19015" y="29052"/>
                    <a:pt x="15181" y="30635"/>
                    <a:pt x="11109" y="30635"/>
                  </a:cubicBezTo>
                  <a:cubicBezTo>
                    <a:pt x="7026" y="30635"/>
                    <a:pt x="3204" y="29064"/>
                    <a:pt x="322" y="26170"/>
                  </a:cubicBezTo>
                  <a:cubicBezTo>
                    <a:pt x="215" y="26087"/>
                    <a:pt x="120" y="25980"/>
                    <a:pt x="37" y="2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7"/>
            <p:cNvSpPr/>
            <p:nvPr/>
          </p:nvSpPr>
          <p:spPr>
            <a:xfrm>
              <a:off x="4669175" y="2069163"/>
              <a:ext cx="291425" cy="291125"/>
            </a:xfrm>
            <a:custGeom>
              <a:avLst/>
              <a:gdLst/>
              <a:ahLst/>
              <a:cxnLst/>
              <a:rect l="l" t="t" r="r" b="b"/>
              <a:pathLst>
                <a:path w="11657" h="11645" extrusionOk="0">
                  <a:moveTo>
                    <a:pt x="5823" y="0"/>
                  </a:moveTo>
                  <a:cubicBezTo>
                    <a:pt x="2608" y="0"/>
                    <a:pt x="1" y="2596"/>
                    <a:pt x="1" y="5810"/>
                  </a:cubicBezTo>
                  <a:cubicBezTo>
                    <a:pt x="1" y="5858"/>
                    <a:pt x="36" y="5894"/>
                    <a:pt x="84" y="5894"/>
                  </a:cubicBezTo>
                  <a:cubicBezTo>
                    <a:pt x="120" y="5894"/>
                    <a:pt x="155" y="5858"/>
                    <a:pt x="155" y="5810"/>
                  </a:cubicBezTo>
                  <a:cubicBezTo>
                    <a:pt x="155" y="2679"/>
                    <a:pt x="2715" y="131"/>
                    <a:pt x="5835" y="131"/>
                  </a:cubicBezTo>
                  <a:cubicBezTo>
                    <a:pt x="8978" y="131"/>
                    <a:pt x="11526" y="2679"/>
                    <a:pt x="11526" y="5810"/>
                  </a:cubicBezTo>
                  <a:cubicBezTo>
                    <a:pt x="11526" y="8954"/>
                    <a:pt x="8966" y="11501"/>
                    <a:pt x="5835" y="11501"/>
                  </a:cubicBezTo>
                  <a:cubicBezTo>
                    <a:pt x="5799" y="11501"/>
                    <a:pt x="5763" y="11525"/>
                    <a:pt x="5763" y="11573"/>
                  </a:cubicBezTo>
                  <a:cubicBezTo>
                    <a:pt x="5763" y="11620"/>
                    <a:pt x="5799" y="11644"/>
                    <a:pt x="5835" y="11644"/>
                  </a:cubicBezTo>
                  <a:cubicBezTo>
                    <a:pt x="9049" y="11644"/>
                    <a:pt x="11657" y="9049"/>
                    <a:pt x="11657" y="5834"/>
                  </a:cubicBezTo>
                  <a:cubicBezTo>
                    <a:pt x="11657" y="2619"/>
                    <a:pt x="9049" y="12"/>
                    <a:pt x="5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7"/>
            <p:cNvSpPr/>
            <p:nvPr/>
          </p:nvSpPr>
          <p:spPr>
            <a:xfrm>
              <a:off x="4495350" y="1894713"/>
              <a:ext cx="546525" cy="640300"/>
            </a:xfrm>
            <a:custGeom>
              <a:avLst/>
              <a:gdLst/>
              <a:ahLst/>
              <a:cxnLst/>
              <a:rect l="l" t="t" r="r" b="b"/>
              <a:pathLst>
                <a:path w="21861" h="25612" extrusionOk="0">
                  <a:moveTo>
                    <a:pt x="12799" y="1"/>
                  </a:moveTo>
                  <a:cubicBezTo>
                    <a:pt x="9370" y="1"/>
                    <a:pt x="6156" y="1346"/>
                    <a:pt x="3751" y="3751"/>
                  </a:cubicBezTo>
                  <a:cubicBezTo>
                    <a:pt x="1322" y="6180"/>
                    <a:pt x="0" y="9383"/>
                    <a:pt x="0" y="12800"/>
                  </a:cubicBezTo>
                  <a:cubicBezTo>
                    <a:pt x="0" y="16229"/>
                    <a:pt x="1334" y="19444"/>
                    <a:pt x="3751" y="21849"/>
                  </a:cubicBezTo>
                  <a:cubicBezTo>
                    <a:pt x="6168" y="24278"/>
                    <a:pt x="9370" y="25611"/>
                    <a:pt x="12799" y="25611"/>
                  </a:cubicBezTo>
                  <a:cubicBezTo>
                    <a:pt x="16217" y="25611"/>
                    <a:pt x="19431" y="24266"/>
                    <a:pt x="21848" y="21849"/>
                  </a:cubicBezTo>
                  <a:cubicBezTo>
                    <a:pt x="21848" y="21837"/>
                    <a:pt x="21860" y="21813"/>
                    <a:pt x="21860" y="21789"/>
                  </a:cubicBezTo>
                  <a:cubicBezTo>
                    <a:pt x="21860" y="21772"/>
                    <a:pt x="21860" y="21761"/>
                    <a:pt x="21855" y="21761"/>
                  </a:cubicBezTo>
                  <a:cubicBezTo>
                    <a:pt x="21854" y="21761"/>
                    <a:pt x="21851" y="21762"/>
                    <a:pt x="21848" y="21766"/>
                  </a:cubicBezTo>
                  <a:cubicBezTo>
                    <a:pt x="21830" y="21748"/>
                    <a:pt x="21810" y="21739"/>
                    <a:pt x="21790" y="21739"/>
                  </a:cubicBezTo>
                  <a:cubicBezTo>
                    <a:pt x="21771" y="21739"/>
                    <a:pt x="21753" y="21748"/>
                    <a:pt x="21741" y="21766"/>
                  </a:cubicBezTo>
                  <a:cubicBezTo>
                    <a:pt x="19348" y="24159"/>
                    <a:pt x="16169" y="25468"/>
                    <a:pt x="12799" y="25468"/>
                  </a:cubicBezTo>
                  <a:cubicBezTo>
                    <a:pt x="9418" y="25468"/>
                    <a:pt x="6227" y="24147"/>
                    <a:pt x="3846" y="21766"/>
                  </a:cubicBezTo>
                  <a:cubicBezTo>
                    <a:pt x="1453" y="19372"/>
                    <a:pt x="143" y="16193"/>
                    <a:pt x="143" y="12824"/>
                  </a:cubicBezTo>
                  <a:cubicBezTo>
                    <a:pt x="143" y="9443"/>
                    <a:pt x="1465" y="6252"/>
                    <a:pt x="3846" y="3870"/>
                  </a:cubicBezTo>
                  <a:cubicBezTo>
                    <a:pt x="6251" y="1477"/>
                    <a:pt x="9418" y="168"/>
                    <a:pt x="12799" y="168"/>
                  </a:cubicBezTo>
                  <a:cubicBezTo>
                    <a:pt x="16169" y="168"/>
                    <a:pt x="19360" y="1489"/>
                    <a:pt x="21741" y="3870"/>
                  </a:cubicBezTo>
                  <a:cubicBezTo>
                    <a:pt x="21753" y="3888"/>
                    <a:pt x="21771" y="3897"/>
                    <a:pt x="21790" y="3897"/>
                  </a:cubicBezTo>
                  <a:cubicBezTo>
                    <a:pt x="21810" y="3897"/>
                    <a:pt x="21830" y="3888"/>
                    <a:pt x="21848" y="3870"/>
                  </a:cubicBezTo>
                  <a:cubicBezTo>
                    <a:pt x="21848" y="3859"/>
                    <a:pt x="21860" y="3835"/>
                    <a:pt x="21860" y="3811"/>
                  </a:cubicBezTo>
                  <a:cubicBezTo>
                    <a:pt x="21860" y="3787"/>
                    <a:pt x="21860" y="3775"/>
                    <a:pt x="21848" y="3751"/>
                  </a:cubicBezTo>
                  <a:cubicBezTo>
                    <a:pt x="19419" y="1334"/>
                    <a:pt x="16217" y="1"/>
                    <a:pt x="1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7"/>
            <p:cNvSpPr/>
            <p:nvPr/>
          </p:nvSpPr>
          <p:spPr>
            <a:xfrm>
              <a:off x="4611425" y="2011113"/>
              <a:ext cx="408125" cy="408100"/>
            </a:xfrm>
            <a:custGeom>
              <a:avLst/>
              <a:gdLst/>
              <a:ahLst/>
              <a:cxnLst/>
              <a:rect l="l" t="t" r="r" b="b"/>
              <a:pathLst>
                <a:path w="16325" h="16324" extrusionOk="0">
                  <a:moveTo>
                    <a:pt x="8168" y="0"/>
                  </a:moveTo>
                  <a:cubicBezTo>
                    <a:pt x="3656" y="0"/>
                    <a:pt x="1" y="3656"/>
                    <a:pt x="1" y="8168"/>
                  </a:cubicBezTo>
                  <a:cubicBezTo>
                    <a:pt x="1" y="8204"/>
                    <a:pt x="25" y="8239"/>
                    <a:pt x="72" y="8239"/>
                  </a:cubicBezTo>
                  <a:cubicBezTo>
                    <a:pt x="120" y="8239"/>
                    <a:pt x="144" y="8204"/>
                    <a:pt x="144" y="8168"/>
                  </a:cubicBezTo>
                  <a:cubicBezTo>
                    <a:pt x="144" y="3739"/>
                    <a:pt x="3727" y="155"/>
                    <a:pt x="8156" y="155"/>
                  </a:cubicBezTo>
                  <a:cubicBezTo>
                    <a:pt x="12574" y="155"/>
                    <a:pt x="16157" y="3739"/>
                    <a:pt x="16157" y="8168"/>
                  </a:cubicBezTo>
                  <a:cubicBezTo>
                    <a:pt x="16157" y="12585"/>
                    <a:pt x="12574" y="16169"/>
                    <a:pt x="8156" y="16169"/>
                  </a:cubicBezTo>
                  <a:cubicBezTo>
                    <a:pt x="8109" y="16169"/>
                    <a:pt x="8073" y="16205"/>
                    <a:pt x="8073" y="16240"/>
                  </a:cubicBezTo>
                  <a:cubicBezTo>
                    <a:pt x="8073" y="16288"/>
                    <a:pt x="8109" y="16324"/>
                    <a:pt x="8156" y="16324"/>
                  </a:cubicBezTo>
                  <a:cubicBezTo>
                    <a:pt x="12657" y="16324"/>
                    <a:pt x="16324" y="12657"/>
                    <a:pt x="16324" y="8156"/>
                  </a:cubicBezTo>
                  <a:cubicBezTo>
                    <a:pt x="16324" y="3644"/>
                    <a:pt x="12681" y="0"/>
                    <a:pt x="8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7"/>
            <p:cNvSpPr/>
            <p:nvPr/>
          </p:nvSpPr>
          <p:spPr>
            <a:xfrm>
              <a:off x="4557250" y="1963213"/>
              <a:ext cx="490875" cy="503000"/>
            </a:xfrm>
            <a:custGeom>
              <a:avLst/>
              <a:gdLst/>
              <a:ahLst/>
              <a:cxnLst/>
              <a:rect l="l" t="t" r="r" b="b"/>
              <a:pathLst>
                <a:path w="19635" h="20120" extrusionOk="0">
                  <a:moveTo>
                    <a:pt x="10345" y="1"/>
                  </a:moveTo>
                  <a:cubicBezTo>
                    <a:pt x="9033" y="1"/>
                    <a:pt x="7721" y="263"/>
                    <a:pt x="6466" y="785"/>
                  </a:cubicBezTo>
                  <a:cubicBezTo>
                    <a:pt x="3977" y="1809"/>
                    <a:pt x="2061" y="3738"/>
                    <a:pt x="1037" y="6226"/>
                  </a:cubicBezTo>
                  <a:cubicBezTo>
                    <a:pt x="1" y="8715"/>
                    <a:pt x="25" y="11441"/>
                    <a:pt x="1049" y="13918"/>
                  </a:cubicBezTo>
                  <a:cubicBezTo>
                    <a:pt x="2072" y="16406"/>
                    <a:pt x="4025" y="18323"/>
                    <a:pt x="6513" y="19359"/>
                  </a:cubicBezTo>
                  <a:cubicBezTo>
                    <a:pt x="7741" y="19866"/>
                    <a:pt x="9030" y="20119"/>
                    <a:pt x="10321" y="20119"/>
                  </a:cubicBezTo>
                  <a:cubicBezTo>
                    <a:pt x="11634" y="20119"/>
                    <a:pt x="12950" y="19858"/>
                    <a:pt x="14205" y="19335"/>
                  </a:cubicBezTo>
                  <a:cubicBezTo>
                    <a:pt x="16670" y="18311"/>
                    <a:pt x="18598" y="16394"/>
                    <a:pt x="19622" y="13918"/>
                  </a:cubicBezTo>
                  <a:cubicBezTo>
                    <a:pt x="19634" y="13894"/>
                    <a:pt x="19622" y="13882"/>
                    <a:pt x="19622" y="13858"/>
                  </a:cubicBezTo>
                  <a:cubicBezTo>
                    <a:pt x="19610" y="13834"/>
                    <a:pt x="19587" y="13823"/>
                    <a:pt x="19575" y="13823"/>
                  </a:cubicBezTo>
                  <a:lnTo>
                    <a:pt x="19515" y="13823"/>
                  </a:lnTo>
                  <a:cubicBezTo>
                    <a:pt x="19491" y="13834"/>
                    <a:pt x="19467" y="13846"/>
                    <a:pt x="19467" y="13858"/>
                  </a:cubicBezTo>
                  <a:cubicBezTo>
                    <a:pt x="18455" y="16287"/>
                    <a:pt x="16550" y="18192"/>
                    <a:pt x="14133" y="19204"/>
                  </a:cubicBezTo>
                  <a:cubicBezTo>
                    <a:pt x="12910" y="19718"/>
                    <a:pt x="11617" y="19974"/>
                    <a:pt x="10324" y="19974"/>
                  </a:cubicBezTo>
                  <a:cubicBezTo>
                    <a:pt x="9039" y="19974"/>
                    <a:pt x="7754" y="19721"/>
                    <a:pt x="6537" y="19216"/>
                  </a:cubicBezTo>
                  <a:cubicBezTo>
                    <a:pt x="4097" y="18204"/>
                    <a:pt x="2180" y="16299"/>
                    <a:pt x="1168" y="13858"/>
                  </a:cubicBezTo>
                  <a:cubicBezTo>
                    <a:pt x="144" y="11417"/>
                    <a:pt x="144" y="8715"/>
                    <a:pt x="1156" y="6274"/>
                  </a:cubicBezTo>
                  <a:cubicBezTo>
                    <a:pt x="2168" y="3833"/>
                    <a:pt x="4073" y="1916"/>
                    <a:pt x="6513" y="904"/>
                  </a:cubicBezTo>
                  <a:cubicBezTo>
                    <a:pt x="7741" y="383"/>
                    <a:pt x="9035" y="124"/>
                    <a:pt x="10328" y="124"/>
                  </a:cubicBezTo>
                  <a:cubicBezTo>
                    <a:pt x="11606" y="124"/>
                    <a:pt x="12884" y="377"/>
                    <a:pt x="14098" y="880"/>
                  </a:cubicBezTo>
                  <a:cubicBezTo>
                    <a:pt x="16539" y="1892"/>
                    <a:pt x="18455" y="3797"/>
                    <a:pt x="19467" y="6238"/>
                  </a:cubicBezTo>
                  <a:cubicBezTo>
                    <a:pt x="19477" y="6275"/>
                    <a:pt x="19507" y="6290"/>
                    <a:pt x="19536" y="6290"/>
                  </a:cubicBezTo>
                  <a:cubicBezTo>
                    <a:pt x="19545" y="6290"/>
                    <a:pt x="19554" y="6289"/>
                    <a:pt x="19563" y="6286"/>
                  </a:cubicBezTo>
                  <a:cubicBezTo>
                    <a:pt x="19598" y="6274"/>
                    <a:pt x="19622" y="6226"/>
                    <a:pt x="19598" y="6203"/>
                  </a:cubicBezTo>
                  <a:cubicBezTo>
                    <a:pt x="18575" y="3714"/>
                    <a:pt x="16646" y="1785"/>
                    <a:pt x="14157" y="761"/>
                  </a:cubicBezTo>
                  <a:cubicBezTo>
                    <a:pt x="12924" y="254"/>
                    <a:pt x="11635" y="1"/>
                    <a:pt x="10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3" name="Google Shape;263;p7"/>
          <p:cNvGrpSpPr/>
          <p:nvPr/>
        </p:nvGrpSpPr>
        <p:grpSpPr>
          <a:xfrm>
            <a:off x="-459175" y="-350137"/>
            <a:ext cx="1476900" cy="1476900"/>
            <a:chOff x="8632950" y="-311150"/>
            <a:chExt cx="1476900" cy="1476900"/>
          </a:xfrm>
        </p:grpSpPr>
        <p:sp>
          <p:nvSpPr>
            <p:cNvPr id="264" name="Google Shape;264;p7"/>
            <p:cNvSpPr/>
            <p:nvPr/>
          </p:nvSpPr>
          <p:spPr>
            <a:xfrm>
              <a:off x="8763750" y="-180350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7"/>
            <p:cNvSpPr/>
            <p:nvPr/>
          </p:nvSpPr>
          <p:spPr>
            <a:xfrm>
              <a:off x="8632950" y="-311150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"/>
          <p:cNvSpPr txBox="1">
            <a:spLocks noGrp="1"/>
          </p:cNvSpPr>
          <p:nvPr>
            <p:ph type="title"/>
          </p:nvPr>
        </p:nvSpPr>
        <p:spPr>
          <a:xfrm>
            <a:off x="1695150" y="833975"/>
            <a:ext cx="5753700" cy="347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68" name="Google Shape;268;p8"/>
          <p:cNvSpPr/>
          <p:nvPr/>
        </p:nvSpPr>
        <p:spPr>
          <a:xfrm rot="6317200">
            <a:off x="7753292" y="-1121196"/>
            <a:ext cx="3365090" cy="3705135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8"/>
          <p:cNvSpPr/>
          <p:nvPr/>
        </p:nvSpPr>
        <p:spPr>
          <a:xfrm rot="6256533">
            <a:off x="-2373557" y="2680802"/>
            <a:ext cx="4319032" cy="2721701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0" name="Google Shape;270;p8"/>
          <p:cNvGrpSpPr/>
          <p:nvPr/>
        </p:nvGrpSpPr>
        <p:grpSpPr>
          <a:xfrm rot="5400000">
            <a:off x="4483925" y="4608575"/>
            <a:ext cx="315575" cy="366750"/>
            <a:chOff x="8558925" y="4522650"/>
            <a:chExt cx="315575" cy="366750"/>
          </a:xfrm>
        </p:grpSpPr>
        <p:grpSp>
          <p:nvGrpSpPr>
            <p:cNvPr id="271" name="Google Shape;271;p8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272" name="Google Shape;272;p8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8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4" name="Google Shape;274;p8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275" name="Google Shape;275;p8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8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7" name="Google Shape;277;p8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278" name="Google Shape;278;p8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8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80" name="Google Shape;280;p8"/>
          <p:cNvGrpSpPr/>
          <p:nvPr/>
        </p:nvGrpSpPr>
        <p:grpSpPr>
          <a:xfrm rot="10800000" flipH="1">
            <a:off x="208200" y="783266"/>
            <a:ext cx="194400" cy="112209"/>
            <a:chOff x="265900" y="3852516"/>
            <a:chExt cx="194400" cy="112209"/>
          </a:xfrm>
        </p:grpSpPr>
        <p:sp>
          <p:nvSpPr>
            <p:cNvPr id="281" name="Google Shape;281;p8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8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8"/>
          <p:cNvGrpSpPr/>
          <p:nvPr/>
        </p:nvGrpSpPr>
        <p:grpSpPr>
          <a:xfrm flipH="1">
            <a:off x="208198" y="4114456"/>
            <a:ext cx="438754" cy="772904"/>
            <a:chOff x="4950175" y="2998438"/>
            <a:chExt cx="88725" cy="156300"/>
          </a:xfrm>
        </p:grpSpPr>
        <p:sp>
          <p:nvSpPr>
            <p:cNvPr id="284" name="Google Shape;284;p8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8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8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8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8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8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8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8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8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8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8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8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8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8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8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8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8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8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8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8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8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8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8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8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8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8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8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8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8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8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8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0" name="Google Shape;320;p8"/>
          <p:cNvGrpSpPr/>
          <p:nvPr/>
        </p:nvGrpSpPr>
        <p:grpSpPr>
          <a:xfrm>
            <a:off x="8027788" y="-937400"/>
            <a:ext cx="1476900" cy="1476900"/>
            <a:chOff x="8632950" y="-311150"/>
            <a:chExt cx="1476900" cy="1476900"/>
          </a:xfrm>
        </p:grpSpPr>
        <p:sp>
          <p:nvSpPr>
            <p:cNvPr id="321" name="Google Shape;321;p8"/>
            <p:cNvSpPr/>
            <p:nvPr/>
          </p:nvSpPr>
          <p:spPr>
            <a:xfrm>
              <a:off x="8763750" y="-180350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8"/>
            <p:cNvSpPr/>
            <p:nvPr/>
          </p:nvSpPr>
          <p:spPr>
            <a:xfrm>
              <a:off x="8632950" y="-311150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3" name="Google Shape;323;p8"/>
          <p:cNvSpPr/>
          <p:nvPr/>
        </p:nvSpPr>
        <p:spPr>
          <a:xfrm rot="435267">
            <a:off x="7719471" y="4538535"/>
            <a:ext cx="1244549" cy="1240425"/>
          </a:xfrm>
          <a:custGeom>
            <a:avLst/>
            <a:gdLst/>
            <a:ahLst/>
            <a:cxnLst/>
            <a:rect l="l" t="t" r="r" b="b"/>
            <a:pathLst>
              <a:path w="28969" h="28873" extrusionOk="0">
                <a:moveTo>
                  <a:pt x="27814" y="0"/>
                </a:moveTo>
                <a:cubicBezTo>
                  <a:pt x="28075" y="0"/>
                  <a:pt x="28349" y="107"/>
                  <a:pt x="28552" y="310"/>
                </a:cubicBezTo>
                <a:cubicBezTo>
                  <a:pt x="28968" y="727"/>
                  <a:pt x="28968" y="1381"/>
                  <a:pt x="28552" y="1798"/>
                </a:cubicBezTo>
                <a:lnTo>
                  <a:pt x="1906" y="28456"/>
                </a:lnTo>
                <a:cubicBezTo>
                  <a:pt x="1489" y="28873"/>
                  <a:pt x="834" y="28873"/>
                  <a:pt x="417" y="28456"/>
                </a:cubicBezTo>
                <a:cubicBezTo>
                  <a:pt x="1" y="28039"/>
                  <a:pt x="1" y="27385"/>
                  <a:pt x="417" y="26968"/>
                </a:cubicBezTo>
                <a:lnTo>
                  <a:pt x="27063" y="310"/>
                </a:lnTo>
                <a:cubicBezTo>
                  <a:pt x="27278" y="107"/>
                  <a:pt x="27552" y="0"/>
                  <a:pt x="27814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24" name="Google Shape;324;p8"/>
          <p:cNvCxnSpPr/>
          <p:nvPr/>
        </p:nvCxnSpPr>
        <p:spPr>
          <a:xfrm rot="436104" flipH="1">
            <a:off x="7796151" y="4685478"/>
            <a:ext cx="713735" cy="70071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5" name="Google Shape;325;p8"/>
          <p:cNvSpPr/>
          <p:nvPr/>
        </p:nvSpPr>
        <p:spPr>
          <a:xfrm rot="5400000" flipH="1">
            <a:off x="8802568" y="3080825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9"/>
          <p:cNvSpPr txBox="1">
            <a:spLocks noGrp="1"/>
          </p:cNvSpPr>
          <p:nvPr>
            <p:ph type="title"/>
          </p:nvPr>
        </p:nvSpPr>
        <p:spPr>
          <a:xfrm>
            <a:off x="716100" y="1169250"/>
            <a:ext cx="35946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28" name="Google Shape;328;p9"/>
          <p:cNvSpPr txBox="1">
            <a:spLocks noGrp="1"/>
          </p:cNvSpPr>
          <p:nvPr>
            <p:ph type="subTitle" idx="1"/>
          </p:nvPr>
        </p:nvSpPr>
        <p:spPr>
          <a:xfrm>
            <a:off x="716100" y="2739150"/>
            <a:ext cx="35946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endParaRPr/>
          </a:p>
        </p:txBody>
      </p:sp>
      <p:sp>
        <p:nvSpPr>
          <p:cNvPr id="329" name="Google Shape;329;p9"/>
          <p:cNvSpPr txBox="1">
            <a:spLocks noGrp="1"/>
          </p:cNvSpPr>
          <p:nvPr>
            <p:ph type="body" idx="2"/>
          </p:nvPr>
        </p:nvSpPr>
        <p:spPr>
          <a:xfrm>
            <a:off x="45720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0" name="Google Shape;330;p9"/>
          <p:cNvSpPr/>
          <p:nvPr/>
        </p:nvSpPr>
        <p:spPr>
          <a:xfrm rot="-6317200" flipH="1">
            <a:off x="-1906423" y="-796946"/>
            <a:ext cx="3365090" cy="3705135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9"/>
          <p:cNvSpPr/>
          <p:nvPr/>
        </p:nvSpPr>
        <p:spPr>
          <a:xfrm rot="-6256533" flipH="1">
            <a:off x="7266483" y="3005052"/>
            <a:ext cx="4319032" cy="2721701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2" name="Google Shape;332;p9"/>
          <p:cNvGrpSpPr/>
          <p:nvPr/>
        </p:nvGrpSpPr>
        <p:grpSpPr>
          <a:xfrm rot="-5400000" flipH="1">
            <a:off x="4412459" y="4932825"/>
            <a:ext cx="315575" cy="366750"/>
            <a:chOff x="8558925" y="4522650"/>
            <a:chExt cx="315575" cy="366750"/>
          </a:xfrm>
        </p:grpSpPr>
        <p:grpSp>
          <p:nvGrpSpPr>
            <p:cNvPr id="333" name="Google Shape;333;p9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334" name="Google Shape;334;p9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9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6" name="Google Shape;336;p9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337" name="Google Shape;337;p9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9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9" name="Google Shape;339;p9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340" name="Google Shape;340;p9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9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2" name="Google Shape;342;p9"/>
          <p:cNvGrpSpPr/>
          <p:nvPr/>
        </p:nvGrpSpPr>
        <p:grpSpPr>
          <a:xfrm rot="10800000">
            <a:off x="8809359" y="1107516"/>
            <a:ext cx="194400" cy="112209"/>
            <a:chOff x="265900" y="3852516"/>
            <a:chExt cx="194400" cy="112209"/>
          </a:xfrm>
        </p:grpSpPr>
        <p:sp>
          <p:nvSpPr>
            <p:cNvPr id="343" name="Google Shape;343;p9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9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5" name="Google Shape;345;p9"/>
          <p:cNvGrpSpPr/>
          <p:nvPr/>
        </p:nvGrpSpPr>
        <p:grpSpPr>
          <a:xfrm>
            <a:off x="8565007" y="4438706"/>
            <a:ext cx="438754" cy="772904"/>
            <a:chOff x="4950175" y="2998438"/>
            <a:chExt cx="88725" cy="156300"/>
          </a:xfrm>
        </p:grpSpPr>
        <p:sp>
          <p:nvSpPr>
            <p:cNvPr id="346" name="Google Shape;346;p9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9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9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9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9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9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9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9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9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9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9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9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9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9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9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9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9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9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9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9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9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9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9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9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9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9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9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9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9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9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9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9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9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9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9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9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2" name="Google Shape;382;p9"/>
          <p:cNvGrpSpPr/>
          <p:nvPr/>
        </p:nvGrpSpPr>
        <p:grpSpPr>
          <a:xfrm flipH="1">
            <a:off x="-292729" y="-613150"/>
            <a:ext cx="1476900" cy="1476900"/>
            <a:chOff x="8632950" y="-311150"/>
            <a:chExt cx="1476900" cy="1476900"/>
          </a:xfrm>
        </p:grpSpPr>
        <p:sp>
          <p:nvSpPr>
            <p:cNvPr id="383" name="Google Shape;383;p9"/>
            <p:cNvSpPr/>
            <p:nvPr/>
          </p:nvSpPr>
          <p:spPr>
            <a:xfrm>
              <a:off x="8763750" y="-180350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9"/>
            <p:cNvSpPr/>
            <p:nvPr/>
          </p:nvSpPr>
          <p:spPr>
            <a:xfrm>
              <a:off x="8632950" y="-311150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5" name="Google Shape;385;p9"/>
          <p:cNvSpPr/>
          <p:nvPr/>
        </p:nvSpPr>
        <p:spPr>
          <a:xfrm rot="-435267" flipH="1">
            <a:off x="247939" y="4862785"/>
            <a:ext cx="1244549" cy="1240425"/>
          </a:xfrm>
          <a:custGeom>
            <a:avLst/>
            <a:gdLst/>
            <a:ahLst/>
            <a:cxnLst/>
            <a:rect l="l" t="t" r="r" b="b"/>
            <a:pathLst>
              <a:path w="28969" h="28873" extrusionOk="0">
                <a:moveTo>
                  <a:pt x="27814" y="0"/>
                </a:moveTo>
                <a:cubicBezTo>
                  <a:pt x="28075" y="0"/>
                  <a:pt x="28349" y="107"/>
                  <a:pt x="28552" y="310"/>
                </a:cubicBezTo>
                <a:cubicBezTo>
                  <a:pt x="28968" y="727"/>
                  <a:pt x="28968" y="1381"/>
                  <a:pt x="28552" y="1798"/>
                </a:cubicBezTo>
                <a:lnTo>
                  <a:pt x="1906" y="28456"/>
                </a:lnTo>
                <a:cubicBezTo>
                  <a:pt x="1489" y="28873"/>
                  <a:pt x="834" y="28873"/>
                  <a:pt x="417" y="28456"/>
                </a:cubicBezTo>
                <a:cubicBezTo>
                  <a:pt x="1" y="28039"/>
                  <a:pt x="1" y="27385"/>
                  <a:pt x="417" y="26968"/>
                </a:cubicBezTo>
                <a:lnTo>
                  <a:pt x="27063" y="310"/>
                </a:lnTo>
                <a:cubicBezTo>
                  <a:pt x="27278" y="107"/>
                  <a:pt x="27552" y="0"/>
                  <a:pt x="27814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6" name="Google Shape;386;p9"/>
          <p:cNvCxnSpPr/>
          <p:nvPr/>
        </p:nvCxnSpPr>
        <p:spPr>
          <a:xfrm rot="-436104">
            <a:off x="702073" y="5009728"/>
            <a:ext cx="713735" cy="70071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7" name="Google Shape;387;p9"/>
          <p:cNvSpPr/>
          <p:nvPr/>
        </p:nvSpPr>
        <p:spPr>
          <a:xfrm rot="-5400000">
            <a:off x="297190" y="3405075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" name="Google Shape;389;p10"/>
          <p:cNvGrpSpPr/>
          <p:nvPr/>
        </p:nvGrpSpPr>
        <p:grpSpPr>
          <a:xfrm>
            <a:off x="-1229162" y="1461657"/>
            <a:ext cx="1942494" cy="2022980"/>
            <a:chOff x="4445625" y="1829838"/>
            <a:chExt cx="739125" cy="769750"/>
          </a:xfrm>
        </p:grpSpPr>
        <p:sp>
          <p:nvSpPr>
            <p:cNvPr id="390" name="Google Shape;390;p10"/>
            <p:cNvSpPr/>
            <p:nvPr/>
          </p:nvSpPr>
          <p:spPr>
            <a:xfrm>
              <a:off x="4497725" y="1897713"/>
              <a:ext cx="634925" cy="634925"/>
            </a:xfrm>
            <a:custGeom>
              <a:avLst/>
              <a:gdLst/>
              <a:ahLst/>
              <a:cxnLst/>
              <a:rect l="l" t="t" r="r" b="b"/>
              <a:pathLst>
                <a:path w="25397" h="25397" extrusionOk="0">
                  <a:moveTo>
                    <a:pt x="12704" y="36"/>
                  </a:moveTo>
                  <a:cubicBezTo>
                    <a:pt x="14407" y="36"/>
                    <a:pt x="16062" y="381"/>
                    <a:pt x="17622" y="1036"/>
                  </a:cubicBezTo>
                  <a:cubicBezTo>
                    <a:pt x="19122" y="1679"/>
                    <a:pt x="20479" y="2584"/>
                    <a:pt x="21646" y="3739"/>
                  </a:cubicBezTo>
                  <a:cubicBezTo>
                    <a:pt x="22801" y="4905"/>
                    <a:pt x="23718" y="6251"/>
                    <a:pt x="24349" y="7763"/>
                  </a:cubicBezTo>
                  <a:cubicBezTo>
                    <a:pt x="25027" y="9323"/>
                    <a:pt x="25349" y="10978"/>
                    <a:pt x="25349" y="12692"/>
                  </a:cubicBezTo>
                  <a:cubicBezTo>
                    <a:pt x="25349" y="14395"/>
                    <a:pt x="25004" y="16050"/>
                    <a:pt x="24349" y="17609"/>
                  </a:cubicBezTo>
                  <a:cubicBezTo>
                    <a:pt x="23718" y="19121"/>
                    <a:pt x="22801" y="20467"/>
                    <a:pt x="21646" y="21634"/>
                  </a:cubicBezTo>
                  <a:cubicBezTo>
                    <a:pt x="20479" y="22789"/>
                    <a:pt x="19122" y="23705"/>
                    <a:pt x="17622" y="24336"/>
                  </a:cubicBezTo>
                  <a:cubicBezTo>
                    <a:pt x="16062" y="25015"/>
                    <a:pt x="14407" y="25336"/>
                    <a:pt x="12704" y="25336"/>
                  </a:cubicBezTo>
                  <a:cubicBezTo>
                    <a:pt x="10990" y="25336"/>
                    <a:pt x="9335" y="24991"/>
                    <a:pt x="7775" y="24336"/>
                  </a:cubicBezTo>
                  <a:cubicBezTo>
                    <a:pt x="6275" y="23705"/>
                    <a:pt x="4918" y="22789"/>
                    <a:pt x="3751" y="21634"/>
                  </a:cubicBezTo>
                  <a:cubicBezTo>
                    <a:pt x="2596" y="20467"/>
                    <a:pt x="1679" y="19121"/>
                    <a:pt x="1048" y="17609"/>
                  </a:cubicBezTo>
                  <a:cubicBezTo>
                    <a:pt x="382" y="16050"/>
                    <a:pt x="48" y="14395"/>
                    <a:pt x="48" y="12692"/>
                  </a:cubicBezTo>
                  <a:cubicBezTo>
                    <a:pt x="48" y="10978"/>
                    <a:pt x="393" y="9323"/>
                    <a:pt x="1048" y="7763"/>
                  </a:cubicBezTo>
                  <a:cubicBezTo>
                    <a:pt x="1691" y="6251"/>
                    <a:pt x="2596" y="4905"/>
                    <a:pt x="3751" y="3739"/>
                  </a:cubicBezTo>
                  <a:cubicBezTo>
                    <a:pt x="4918" y="2584"/>
                    <a:pt x="6275" y="1679"/>
                    <a:pt x="7775" y="1036"/>
                  </a:cubicBezTo>
                  <a:cubicBezTo>
                    <a:pt x="9335" y="369"/>
                    <a:pt x="10990" y="36"/>
                    <a:pt x="12704" y="36"/>
                  </a:cubicBezTo>
                  <a:close/>
                  <a:moveTo>
                    <a:pt x="12704" y="0"/>
                  </a:moveTo>
                  <a:cubicBezTo>
                    <a:pt x="10990" y="0"/>
                    <a:pt x="9323" y="333"/>
                    <a:pt x="7763" y="1000"/>
                  </a:cubicBezTo>
                  <a:cubicBezTo>
                    <a:pt x="6251" y="1643"/>
                    <a:pt x="4882" y="2560"/>
                    <a:pt x="3727" y="3727"/>
                  </a:cubicBezTo>
                  <a:cubicBezTo>
                    <a:pt x="2560" y="4882"/>
                    <a:pt x="1644" y="6239"/>
                    <a:pt x="1001" y="7763"/>
                  </a:cubicBezTo>
                  <a:cubicBezTo>
                    <a:pt x="346" y="9323"/>
                    <a:pt x="1" y="10989"/>
                    <a:pt x="1" y="12704"/>
                  </a:cubicBezTo>
                  <a:cubicBezTo>
                    <a:pt x="1" y="14407"/>
                    <a:pt x="334" y="16073"/>
                    <a:pt x="1001" y="17645"/>
                  </a:cubicBezTo>
                  <a:cubicBezTo>
                    <a:pt x="1644" y="19145"/>
                    <a:pt x="2560" y="20514"/>
                    <a:pt x="3727" y="21669"/>
                  </a:cubicBezTo>
                  <a:cubicBezTo>
                    <a:pt x="4882" y="22836"/>
                    <a:pt x="6239" y="23753"/>
                    <a:pt x="7763" y="24396"/>
                  </a:cubicBezTo>
                  <a:cubicBezTo>
                    <a:pt x="9323" y="25051"/>
                    <a:pt x="10990" y="25396"/>
                    <a:pt x="12704" y="25396"/>
                  </a:cubicBezTo>
                  <a:cubicBezTo>
                    <a:pt x="14407" y="25396"/>
                    <a:pt x="16074" y="25051"/>
                    <a:pt x="17646" y="24396"/>
                  </a:cubicBezTo>
                  <a:cubicBezTo>
                    <a:pt x="19146" y="23753"/>
                    <a:pt x="20515" y="22836"/>
                    <a:pt x="21670" y="21669"/>
                  </a:cubicBezTo>
                  <a:cubicBezTo>
                    <a:pt x="22837" y="20514"/>
                    <a:pt x="23753" y="19157"/>
                    <a:pt x="24396" y="17645"/>
                  </a:cubicBezTo>
                  <a:cubicBezTo>
                    <a:pt x="25051" y="16073"/>
                    <a:pt x="25397" y="14407"/>
                    <a:pt x="25397" y="12704"/>
                  </a:cubicBezTo>
                  <a:cubicBezTo>
                    <a:pt x="25397" y="10989"/>
                    <a:pt x="25063" y="9323"/>
                    <a:pt x="24396" y="7763"/>
                  </a:cubicBezTo>
                  <a:cubicBezTo>
                    <a:pt x="23753" y="6251"/>
                    <a:pt x="22837" y="4882"/>
                    <a:pt x="21670" y="3727"/>
                  </a:cubicBezTo>
                  <a:cubicBezTo>
                    <a:pt x="20515" y="2560"/>
                    <a:pt x="19158" y="1643"/>
                    <a:pt x="17646" y="1000"/>
                  </a:cubicBezTo>
                  <a:cubicBezTo>
                    <a:pt x="16074" y="345"/>
                    <a:pt x="14407" y="0"/>
                    <a:pt x="12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0"/>
            <p:cNvSpPr/>
            <p:nvPr/>
          </p:nvSpPr>
          <p:spPr>
            <a:xfrm>
              <a:off x="4620350" y="2020038"/>
              <a:ext cx="389975" cy="389650"/>
            </a:xfrm>
            <a:custGeom>
              <a:avLst/>
              <a:gdLst/>
              <a:ahLst/>
              <a:cxnLst/>
              <a:rect l="l" t="t" r="r" b="b"/>
              <a:pathLst>
                <a:path w="15599" h="15586" extrusionOk="0">
                  <a:moveTo>
                    <a:pt x="15598" y="7799"/>
                  </a:moveTo>
                  <a:cubicBezTo>
                    <a:pt x="15598" y="3489"/>
                    <a:pt x="12110" y="0"/>
                    <a:pt x="7799" y="0"/>
                  </a:cubicBezTo>
                  <a:cubicBezTo>
                    <a:pt x="3478" y="0"/>
                    <a:pt x="1" y="3477"/>
                    <a:pt x="1" y="7799"/>
                  </a:cubicBezTo>
                  <a:cubicBezTo>
                    <a:pt x="1" y="12097"/>
                    <a:pt x="3478" y="15586"/>
                    <a:pt x="7799" y="15586"/>
                  </a:cubicBezTo>
                  <a:cubicBezTo>
                    <a:pt x="12110" y="15586"/>
                    <a:pt x="15598" y="12097"/>
                    <a:pt x="15598" y="7799"/>
                  </a:cubicBezTo>
                  <a:close/>
                  <a:moveTo>
                    <a:pt x="1703" y="7799"/>
                  </a:moveTo>
                  <a:cubicBezTo>
                    <a:pt x="1703" y="4430"/>
                    <a:pt x="4430" y="1703"/>
                    <a:pt x="7799" y="1703"/>
                  </a:cubicBezTo>
                  <a:cubicBezTo>
                    <a:pt x="11157" y="1703"/>
                    <a:pt x="13884" y="4430"/>
                    <a:pt x="13884" y="7799"/>
                  </a:cubicBezTo>
                  <a:cubicBezTo>
                    <a:pt x="13884" y="11157"/>
                    <a:pt x="11157" y="13883"/>
                    <a:pt x="7799" y="13883"/>
                  </a:cubicBezTo>
                  <a:cubicBezTo>
                    <a:pt x="4430" y="13871"/>
                    <a:pt x="1703" y="11145"/>
                    <a:pt x="1703" y="77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0"/>
            <p:cNvSpPr/>
            <p:nvPr/>
          </p:nvSpPr>
          <p:spPr>
            <a:xfrm>
              <a:off x="4445625" y="1845313"/>
              <a:ext cx="739125" cy="739100"/>
            </a:xfrm>
            <a:custGeom>
              <a:avLst/>
              <a:gdLst/>
              <a:ahLst/>
              <a:cxnLst/>
              <a:rect l="l" t="t" r="r" b="b"/>
              <a:pathLst>
                <a:path w="29565" h="29564" extrusionOk="0">
                  <a:moveTo>
                    <a:pt x="29564" y="14788"/>
                  </a:moveTo>
                  <a:cubicBezTo>
                    <a:pt x="29564" y="6608"/>
                    <a:pt x="22944" y="1"/>
                    <a:pt x="14788" y="1"/>
                  </a:cubicBezTo>
                  <a:cubicBezTo>
                    <a:pt x="6609" y="1"/>
                    <a:pt x="1" y="6632"/>
                    <a:pt x="1" y="14788"/>
                  </a:cubicBezTo>
                  <a:cubicBezTo>
                    <a:pt x="1" y="22944"/>
                    <a:pt x="6633" y="29564"/>
                    <a:pt x="14788" y="29564"/>
                  </a:cubicBezTo>
                  <a:cubicBezTo>
                    <a:pt x="22956" y="29564"/>
                    <a:pt x="29564" y="22944"/>
                    <a:pt x="29564" y="14788"/>
                  </a:cubicBezTo>
                  <a:close/>
                  <a:moveTo>
                    <a:pt x="2823" y="14788"/>
                  </a:moveTo>
                  <a:cubicBezTo>
                    <a:pt x="2823" y="8180"/>
                    <a:pt x="8181" y="2822"/>
                    <a:pt x="14788" y="2822"/>
                  </a:cubicBezTo>
                  <a:cubicBezTo>
                    <a:pt x="21396" y="2822"/>
                    <a:pt x="26754" y="8180"/>
                    <a:pt x="26754" y="14788"/>
                  </a:cubicBezTo>
                  <a:cubicBezTo>
                    <a:pt x="26754" y="21384"/>
                    <a:pt x="21396" y="26742"/>
                    <a:pt x="14788" y="26742"/>
                  </a:cubicBezTo>
                  <a:cubicBezTo>
                    <a:pt x="8181" y="26730"/>
                    <a:pt x="2823" y="21372"/>
                    <a:pt x="2823" y="1478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0"/>
            <p:cNvSpPr/>
            <p:nvPr/>
          </p:nvSpPr>
          <p:spPr>
            <a:xfrm>
              <a:off x="4537900" y="1829838"/>
              <a:ext cx="554575" cy="769750"/>
            </a:xfrm>
            <a:custGeom>
              <a:avLst/>
              <a:gdLst/>
              <a:ahLst/>
              <a:cxnLst/>
              <a:rect l="l" t="t" r="r" b="b"/>
              <a:pathLst>
                <a:path w="22183" h="30790" extrusionOk="0">
                  <a:moveTo>
                    <a:pt x="11062" y="0"/>
                  </a:moveTo>
                  <a:cubicBezTo>
                    <a:pt x="8978" y="0"/>
                    <a:pt x="6966" y="405"/>
                    <a:pt x="5061" y="1203"/>
                  </a:cubicBezTo>
                  <a:cubicBezTo>
                    <a:pt x="3239" y="1977"/>
                    <a:pt x="1584" y="3096"/>
                    <a:pt x="168" y="4513"/>
                  </a:cubicBezTo>
                  <a:cubicBezTo>
                    <a:pt x="108" y="4549"/>
                    <a:pt x="60" y="4608"/>
                    <a:pt x="1" y="4668"/>
                  </a:cubicBezTo>
                  <a:lnTo>
                    <a:pt x="1" y="4894"/>
                  </a:lnTo>
                  <a:lnTo>
                    <a:pt x="287" y="4608"/>
                  </a:lnTo>
                  <a:cubicBezTo>
                    <a:pt x="3168" y="1739"/>
                    <a:pt x="7002" y="143"/>
                    <a:pt x="11074" y="143"/>
                  </a:cubicBezTo>
                  <a:cubicBezTo>
                    <a:pt x="15158" y="143"/>
                    <a:pt x="18979" y="1727"/>
                    <a:pt x="21861" y="4608"/>
                  </a:cubicBezTo>
                  <a:cubicBezTo>
                    <a:pt x="21958" y="4694"/>
                    <a:pt x="22045" y="4790"/>
                    <a:pt x="22123" y="4870"/>
                  </a:cubicBezTo>
                  <a:lnTo>
                    <a:pt x="22123" y="4870"/>
                  </a:lnTo>
                  <a:lnTo>
                    <a:pt x="22123" y="4668"/>
                  </a:lnTo>
                  <a:lnTo>
                    <a:pt x="21956" y="4513"/>
                  </a:lnTo>
                  <a:cubicBezTo>
                    <a:pt x="20539" y="3096"/>
                    <a:pt x="18884" y="1977"/>
                    <a:pt x="17063" y="1203"/>
                  </a:cubicBezTo>
                  <a:cubicBezTo>
                    <a:pt x="15158" y="405"/>
                    <a:pt x="13145" y="0"/>
                    <a:pt x="11062" y="0"/>
                  </a:cubicBezTo>
                  <a:close/>
                  <a:moveTo>
                    <a:pt x="22123" y="4870"/>
                  </a:moveTo>
                  <a:lnTo>
                    <a:pt x="22123" y="4894"/>
                  </a:lnTo>
                  <a:lnTo>
                    <a:pt x="22146" y="4894"/>
                  </a:lnTo>
                  <a:cubicBezTo>
                    <a:pt x="22139" y="4886"/>
                    <a:pt x="22131" y="4878"/>
                    <a:pt x="22123" y="4870"/>
                  </a:cubicBezTo>
                  <a:close/>
                  <a:moveTo>
                    <a:pt x="37" y="25896"/>
                  </a:moveTo>
                  <a:lnTo>
                    <a:pt x="37" y="26123"/>
                  </a:lnTo>
                  <a:lnTo>
                    <a:pt x="203" y="26277"/>
                  </a:lnTo>
                  <a:cubicBezTo>
                    <a:pt x="1608" y="27694"/>
                    <a:pt x="3263" y="28813"/>
                    <a:pt x="5097" y="29587"/>
                  </a:cubicBezTo>
                  <a:cubicBezTo>
                    <a:pt x="7002" y="30385"/>
                    <a:pt x="9014" y="30790"/>
                    <a:pt x="11097" y="30790"/>
                  </a:cubicBezTo>
                  <a:cubicBezTo>
                    <a:pt x="13181" y="30790"/>
                    <a:pt x="15181" y="30385"/>
                    <a:pt x="17086" y="29587"/>
                  </a:cubicBezTo>
                  <a:cubicBezTo>
                    <a:pt x="18920" y="28813"/>
                    <a:pt x="20575" y="27694"/>
                    <a:pt x="21992" y="26277"/>
                  </a:cubicBezTo>
                  <a:lnTo>
                    <a:pt x="22146" y="26123"/>
                  </a:lnTo>
                  <a:lnTo>
                    <a:pt x="22182" y="26123"/>
                  </a:lnTo>
                  <a:lnTo>
                    <a:pt x="22182" y="25896"/>
                  </a:lnTo>
                  <a:cubicBezTo>
                    <a:pt x="22075" y="25980"/>
                    <a:pt x="21980" y="26087"/>
                    <a:pt x="21896" y="26170"/>
                  </a:cubicBezTo>
                  <a:cubicBezTo>
                    <a:pt x="19015" y="29052"/>
                    <a:pt x="15181" y="30635"/>
                    <a:pt x="11109" y="30635"/>
                  </a:cubicBezTo>
                  <a:cubicBezTo>
                    <a:pt x="7026" y="30635"/>
                    <a:pt x="3204" y="29064"/>
                    <a:pt x="322" y="26170"/>
                  </a:cubicBezTo>
                  <a:cubicBezTo>
                    <a:pt x="215" y="26087"/>
                    <a:pt x="120" y="25980"/>
                    <a:pt x="37" y="2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0"/>
            <p:cNvSpPr/>
            <p:nvPr/>
          </p:nvSpPr>
          <p:spPr>
            <a:xfrm>
              <a:off x="4669175" y="2069163"/>
              <a:ext cx="291425" cy="291125"/>
            </a:xfrm>
            <a:custGeom>
              <a:avLst/>
              <a:gdLst/>
              <a:ahLst/>
              <a:cxnLst/>
              <a:rect l="l" t="t" r="r" b="b"/>
              <a:pathLst>
                <a:path w="11657" h="11645" extrusionOk="0">
                  <a:moveTo>
                    <a:pt x="5823" y="0"/>
                  </a:moveTo>
                  <a:cubicBezTo>
                    <a:pt x="2608" y="0"/>
                    <a:pt x="1" y="2596"/>
                    <a:pt x="1" y="5810"/>
                  </a:cubicBezTo>
                  <a:cubicBezTo>
                    <a:pt x="1" y="5858"/>
                    <a:pt x="36" y="5894"/>
                    <a:pt x="84" y="5894"/>
                  </a:cubicBezTo>
                  <a:cubicBezTo>
                    <a:pt x="120" y="5894"/>
                    <a:pt x="155" y="5858"/>
                    <a:pt x="155" y="5810"/>
                  </a:cubicBezTo>
                  <a:cubicBezTo>
                    <a:pt x="155" y="2679"/>
                    <a:pt x="2715" y="131"/>
                    <a:pt x="5835" y="131"/>
                  </a:cubicBezTo>
                  <a:cubicBezTo>
                    <a:pt x="8978" y="131"/>
                    <a:pt x="11526" y="2679"/>
                    <a:pt x="11526" y="5810"/>
                  </a:cubicBezTo>
                  <a:cubicBezTo>
                    <a:pt x="11526" y="8954"/>
                    <a:pt x="8966" y="11501"/>
                    <a:pt x="5835" y="11501"/>
                  </a:cubicBezTo>
                  <a:cubicBezTo>
                    <a:pt x="5799" y="11501"/>
                    <a:pt x="5763" y="11525"/>
                    <a:pt x="5763" y="11573"/>
                  </a:cubicBezTo>
                  <a:cubicBezTo>
                    <a:pt x="5763" y="11620"/>
                    <a:pt x="5799" y="11644"/>
                    <a:pt x="5835" y="11644"/>
                  </a:cubicBezTo>
                  <a:cubicBezTo>
                    <a:pt x="9049" y="11644"/>
                    <a:pt x="11657" y="9049"/>
                    <a:pt x="11657" y="5834"/>
                  </a:cubicBezTo>
                  <a:cubicBezTo>
                    <a:pt x="11657" y="2619"/>
                    <a:pt x="9049" y="12"/>
                    <a:pt x="5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0"/>
            <p:cNvSpPr/>
            <p:nvPr/>
          </p:nvSpPr>
          <p:spPr>
            <a:xfrm>
              <a:off x="4495350" y="1894713"/>
              <a:ext cx="546525" cy="640300"/>
            </a:xfrm>
            <a:custGeom>
              <a:avLst/>
              <a:gdLst/>
              <a:ahLst/>
              <a:cxnLst/>
              <a:rect l="l" t="t" r="r" b="b"/>
              <a:pathLst>
                <a:path w="21861" h="25612" extrusionOk="0">
                  <a:moveTo>
                    <a:pt x="12799" y="1"/>
                  </a:moveTo>
                  <a:cubicBezTo>
                    <a:pt x="9370" y="1"/>
                    <a:pt x="6156" y="1346"/>
                    <a:pt x="3751" y="3751"/>
                  </a:cubicBezTo>
                  <a:cubicBezTo>
                    <a:pt x="1322" y="6180"/>
                    <a:pt x="0" y="9383"/>
                    <a:pt x="0" y="12800"/>
                  </a:cubicBezTo>
                  <a:cubicBezTo>
                    <a:pt x="0" y="16229"/>
                    <a:pt x="1334" y="19444"/>
                    <a:pt x="3751" y="21849"/>
                  </a:cubicBezTo>
                  <a:cubicBezTo>
                    <a:pt x="6168" y="24278"/>
                    <a:pt x="9370" y="25611"/>
                    <a:pt x="12799" y="25611"/>
                  </a:cubicBezTo>
                  <a:cubicBezTo>
                    <a:pt x="16217" y="25611"/>
                    <a:pt x="19431" y="24266"/>
                    <a:pt x="21848" y="21849"/>
                  </a:cubicBezTo>
                  <a:cubicBezTo>
                    <a:pt x="21848" y="21837"/>
                    <a:pt x="21860" y="21813"/>
                    <a:pt x="21860" y="21789"/>
                  </a:cubicBezTo>
                  <a:cubicBezTo>
                    <a:pt x="21860" y="21772"/>
                    <a:pt x="21860" y="21761"/>
                    <a:pt x="21855" y="21761"/>
                  </a:cubicBezTo>
                  <a:cubicBezTo>
                    <a:pt x="21854" y="21761"/>
                    <a:pt x="21851" y="21762"/>
                    <a:pt x="21848" y="21766"/>
                  </a:cubicBezTo>
                  <a:cubicBezTo>
                    <a:pt x="21830" y="21748"/>
                    <a:pt x="21810" y="21739"/>
                    <a:pt x="21790" y="21739"/>
                  </a:cubicBezTo>
                  <a:cubicBezTo>
                    <a:pt x="21771" y="21739"/>
                    <a:pt x="21753" y="21748"/>
                    <a:pt x="21741" y="21766"/>
                  </a:cubicBezTo>
                  <a:cubicBezTo>
                    <a:pt x="19348" y="24159"/>
                    <a:pt x="16169" y="25468"/>
                    <a:pt x="12799" y="25468"/>
                  </a:cubicBezTo>
                  <a:cubicBezTo>
                    <a:pt x="9418" y="25468"/>
                    <a:pt x="6227" y="24147"/>
                    <a:pt x="3846" y="21766"/>
                  </a:cubicBezTo>
                  <a:cubicBezTo>
                    <a:pt x="1453" y="19372"/>
                    <a:pt x="143" y="16193"/>
                    <a:pt x="143" y="12824"/>
                  </a:cubicBezTo>
                  <a:cubicBezTo>
                    <a:pt x="143" y="9443"/>
                    <a:pt x="1465" y="6252"/>
                    <a:pt x="3846" y="3870"/>
                  </a:cubicBezTo>
                  <a:cubicBezTo>
                    <a:pt x="6251" y="1477"/>
                    <a:pt x="9418" y="168"/>
                    <a:pt x="12799" y="168"/>
                  </a:cubicBezTo>
                  <a:cubicBezTo>
                    <a:pt x="16169" y="168"/>
                    <a:pt x="19360" y="1489"/>
                    <a:pt x="21741" y="3870"/>
                  </a:cubicBezTo>
                  <a:cubicBezTo>
                    <a:pt x="21753" y="3888"/>
                    <a:pt x="21771" y="3897"/>
                    <a:pt x="21790" y="3897"/>
                  </a:cubicBezTo>
                  <a:cubicBezTo>
                    <a:pt x="21810" y="3897"/>
                    <a:pt x="21830" y="3888"/>
                    <a:pt x="21848" y="3870"/>
                  </a:cubicBezTo>
                  <a:cubicBezTo>
                    <a:pt x="21848" y="3859"/>
                    <a:pt x="21860" y="3835"/>
                    <a:pt x="21860" y="3811"/>
                  </a:cubicBezTo>
                  <a:cubicBezTo>
                    <a:pt x="21860" y="3787"/>
                    <a:pt x="21860" y="3775"/>
                    <a:pt x="21848" y="3751"/>
                  </a:cubicBezTo>
                  <a:cubicBezTo>
                    <a:pt x="19419" y="1334"/>
                    <a:pt x="16217" y="1"/>
                    <a:pt x="1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0"/>
            <p:cNvSpPr/>
            <p:nvPr/>
          </p:nvSpPr>
          <p:spPr>
            <a:xfrm>
              <a:off x="4611425" y="2011113"/>
              <a:ext cx="408125" cy="408100"/>
            </a:xfrm>
            <a:custGeom>
              <a:avLst/>
              <a:gdLst/>
              <a:ahLst/>
              <a:cxnLst/>
              <a:rect l="l" t="t" r="r" b="b"/>
              <a:pathLst>
                <a:path w="16325" h="16324" extrusionOk="0">
                  <a:moveTo>
                    <a:pt x="8168" y="0"/>
                  </a:moveTo>
                  <a:cubicBezTo>
                    <a:pt x="3656" y="0"/>
                    <a:pt x="1" y="3656"/>
                    <a:pt x="1" y="8168"/>
                  </a:cubicBezTo>
                  <a:cubicBezTo>
                    <a:pt x="1" y="8204"/>
                    <a:pt x="25" y="8239"/>
                    <a:pt x="72" y="8239"/>
                  </a:cubicBezTo>
                  <a:cubicBezTo>
                    <a:pt x="120" y="8239"/>
                    <a:pt x="144" y="8204"/>
                    <a:pt x="144" y="8168"/>
                  </a:cubicBezTo>
                  <a:cubicBezTo>
                    <a:pt x="144" y="3739"/>
                    <a:pt x="3727" y="155"/>
                    <a:pt x="8156" y="155"/>
                  </a:cubicBezTo>
                  <a:cubicBezTo>
                    <a:pt x="12574" y="155"/>
                    <a:pt x="16157" y="3739"/>
                    <a:pt x="16157" y="8168"/>
                  </a:cubicBezTo>
                  <a:cubicBezTo>
                    <a:pt x="16157" y="12585"/>
                    <a:pt x="12574" y="16169"/>
                    <a:pt x="8156" y="16169"/>
                  </a:cubicBezTo>
                  <a:cubicBezTo>
                    <a:pt x="8109" y="16169"/>
                    <a:pt x="8073" y="16205"/>
                    <a:pt x="8073" y="16240"/>
                  </a:cubicBezTo>
                  <a:cubicBezTo>
                    <a:pt x="8073" y="16288"/>
                    <a:pt x="8109" y="16324"/>
                    <a:pt x="8156" y="16324"/>
                  </a:cubicBezTo>
                  <a:cubicBezTo>
                    <a:pt x="12657" y="16324"/>
                    <a:pt x="16324" y="12657"/>
                    <a:pt x="16324" y="8156"/>
                  </a:cubicBezTo>
                  <a:cubicBezTo>
                    <a:pt x="16324" y="3644"/>
                    <a:pt x="12681" y="0"/>
                    <a:pt x="8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0"/>
            <p:cNvSpPr/>
            <p:nvPr/>
          </p:nvSpPr>
          <p:spPr>
            <a:xfrm>
              <a:off x="4557250" y="1963213"/>
              <a:ext cx="490875" cy="503000"/>
            </a:xfrm>
            <a:custGeom>
              <a:avLst/>
              <a:gdLst/>
              <a:ahLst/>
              <a:cxnLst/>
              <a:rect l="l" t="t" r="r" b="b"/>
              <a:pathLst>
                <a:path w="19635" h="20120" extrusionOk="0">
                  <a:moveTo>
                    <a:pt x="10345" y="1"/>
                  </a:moveTo>
                  <a:cubicBezTo>
                    <a:pt x="9033" y="1"/>
                    <a:pt x="7721" y="263"/>
                    <a:pt x="6466" y="785"/>
                  </a:cubicBezTo>
                  <a:cubicBezTo>
                    <a:pt x="3977" y="1809"/>
                    <a:pt x="2061" y="3738"/>
                    <a:pt x="1037" y="6226"/>
                  </a:cubicBezTo>
                  <a:cubicBezTo>
                    <a:pt x="1" y="8715"/>
                    <a:pt x="25" y="11441"/>
                    <a:pt x="1049" y="13918"/>
                  </a:cubicBezTo>
                  <a:cubicBezTo>
                    <a:pt x="2072" y="16406"/>
                    <a:pt x="4025" y="18323"/>
                    <a:pt x="6513" y="19359"/>
                  </a:cubicBezTo>
                  <a:cubicBezTo>
                    <a:pt x="7741" y="19866"/>
                    <a:pt x="9030" y="20119"/>
                    <a:pt x="10321" y="20119"/>
                  </a:cubicBezTo>
                  <a:cubicBezTo>
                    <a:pt x="11634" y="20119"/>
                    <a:pt x="12950" y="19858"/>
                    <a:pt x="14205" y="19335"/>
                  </a:cubicBezTo>
                  <a:cubicBezTo>
                    <a:pt x="16670" y="18311"/>
                    <a:pt x="18598" y="16394"/>
                    <a:pt x="19622" y="13918"/>
                  </a:cubicBezTo>
                  <a:cubicBezTo>
                    <a:pt x="19634" y="13894"/>
                    <a:pt x="19622" y="13882"/>
                    <a:pt x="19622" y="13858"/>
                  </a:cubicBezTo>
                  <a:cubicBezTo>
                    <a:pt x="19610" y="13834"/>
                    <a:pt x="19587" y="13823"/>
                    <a:pt x="19575" y="13823"/>
                  </a:cubicBezTo>
                  <a:lnTo>
                    <a:pt x="19515" y="13823"/>
                  </a:lnTo>
                  <a:cubicBezTo>
                    <a:pt x="19491" y="13834"/>
                    <a:pt x="19467" y="13846"/>
                    <a:pt x="19467" y="13858"/>
                  </a:cubicBezTo>
                  <a:cubicBezTo>
                    <a:pt x="18455" y="16287"/>
                    <a:pt x="16550" y="18192"/>
                    <a:pt x="14133" y="19204"/>
                  </a:cubicBezTo>
                  <a:cubicBezTo>
                    <a:pt x="12910" y="19718"/>
                    <a:pt x="11617" y="19974"/>
                    <a:pt x="10324" y="19974"/>
                  </a:cubicBezTo>
                  <a:cubicBezTo>
                    <a:pt x="9039" y="19974"/>
                    <a:pt x="7754" y="19721"/>
                    <a:pt x="6537" y="19216"/>
                  </a:cubicBezTo>
                  <a:cubicBezTo>
                    <a:pt x="4097" y="18204"/>
                    <a:pt x="2180" y="16299"/>
                    <a:pt x="1168" y="13858"/>
                  </a:cubicBezTo>
                  <a:cubicBezTo>
                    <a:pt x="144" y="11417"/>
                    <a:pt x="144" y="8715"/>
                    <a:pt x="1156" y="6274"/>
                  </a:cubicBezTo>
                  <a:cubicBezTo>
                    <a:pt x="2168" y="3833"/>
                    <a:pt x="4073" y="1916"/>
                    <a:pt x="6513" y="904"/>
                  </a:cubicBezTo>
                  <a:cubicBezTo>
                    <a:pt x="7741" y="383"/>
                    <a:pt x="9035" y="124"/>
                    <a:pt x="10328" y="124"/>
                  </a:cubicBezTo>
                  <a:cubicBezTo>
                    <a:pt x="11606" y="124"/>
                    <a:pt x="12884" y="377"/>
                    <a:pt x="14098" y="880"/>
                  </a:cubicBezTo>
                  <a:cubicBezTo>
                    <a:pt x="16539" y="1892"/>
                    <a:pt x="18455" y="3797"/>
                    <a:pt x="19467" y="6238"/>
                  </a:cubicBezTo>
                  <a:cubicBezTo>
                    <a:pt x="19477" y="6275"/>
                    <a:pt x="19507" y="6290"/>
                    <a:pt x="19536" y="6290"/>
                  </a:cubicBezTo>
                  <a:cubicBezTo>
                    <a:pt x="19545" y="6290"/>
                    <a:pt x="19554" y="6289"/>
                    <a:pt x="19563" y="6286"/>
                  </a:cubicBezTo>
                  <a:cubicBezTo>
                    <a:pt x="19598" y="6274"/>
                    <a:pt x="19622" y="6226"/>
                    <a:pt x="19598" y="6203"/>
                  </a:cubicBezTo>
                  <a:cubicBezTo>
                    <a:pt x="18575" y="3714"/>
                    <a:pt x="16646" y="1785"/>
                    <a:pt x="14157" y="761"/>
                  </a:cubicBezTo>
                  <a:cubicBezTo>
                    <a:pt x="12924" y="254"/>
                    <a:pt x="11635" y="1"/>
                    <a:pt x="10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8" name="Google Shape;398;p10"/>
          <p:cNvGrpSpPr/>
          <p:nvPr/>
        </p:nvGrpSpPr>
        <p:grpSpPr>
          <a:xfrm rot="-5400000">
            <a:off x="8470913" y="1461657"/>
            <a:ext cx="1942494" cy="2022980"/>
            <a:chOff x="4445625" y="1829838"/>
            <a:chExt cx="739125" cy="769750"/>
          </a:xfrm>
        </p:grpSpPr>
        <p:sp>
          <p:nvSpPr>
            <p:cNvPr id="399" name="Google Shape;399;p10"/>
            <p:cNvSpPr/>
            <p:nvPr/>
          </p:nvSpPr>
          <p:spPr>
            <a:xfrm>
              <a:off x="4497725" y="1897713"/>
              <a:ext cx="634925" cy="634925"/>
            </a:xfrm>
            <a:custGeom>
              <a:avLst/>
              <a:gdLst/>
              <a:ahLst/>
              <a:cxnLst/>
              <a:rect l="l" t="t" r="r" b="b"/>
              <a:pathLst>
                <a:path w="25397" h="25397" extrusionOk="0">
                  <a:moveTo>
                    <a:pt x="12704" y="36"/>
                  </a:moveTo>
                  <a:cubicBezTo>
                    <a:pt x="14407" y="36"/>
                    <a:pt x="16062" y="381"/>
                    <a:pt x="17622" y="1036"/>
                  </a:cubicBezTo>
                  <a:cubicBezTo>
                    <a:pt x="19122" y="1679"/>
                    <a:pt x="20479" y="2584"/>
                    <a:pt x="21646" y="3739"/>
                  </a:cubicBezTo>
                  <a:cubicBezTo>
                    <a:pt x="22801" y="4905"/>
                    <a:pt x="23718" y="6251"/>
                    <a:pt x="24349" y="7763"/>
                  </a:cubicBezTo>
                  <a:cubicBezTo>
                    <a:pt x="25027" y="9323"/>
                    <a:pt x="25349" y="10978"/>
                    <a:pt x="25349" y="12692"/>
                  </a:cubicBezTo>
                  <a:cubicBezTo>
                    <a:pt x="25349" y="14395"/>
                    <a:pt x="25004" y="16050"/>
                    <a:pt x="24349" y="17609"/>
                  </a:cubicBezTo>
                  <a:cubicBezTo>
                    <a:pt x="23718" y="19121"/>
                    <a:pt x="22801" y="20467"/>
                    <a:pt x="21646" y="21634"/>
                  </a:cubicBezTo>
                  <a:cubicBezTo>
                    <a:pt x="20479" y="22789"/>
                    <a:pt x="19122" y="23705"/>
                    <a:pt x="17622" y="24336"/>
                  </a:cubicBezTo>
                  <a:cubicBezTo>
                    <a:pt x="16062" y="25015"/>
                    <a:pt x="14407" y="25336"/>
                    <a:pt x="12704" y="25336"/>
                  </a:cubicBezTo>
                  <a:cubicBezTo>
                    <a:pt x="10990" y="25336"/>
                    <a:pt x="9335" y="24991"/>
                    <a:pt x="7775" y="24336"/>
                  </a:cubicBezTo>
                  <a:cubicBezTo>
                    <a:pt x="6275" y="23705"/>
                    <a:pt x="4918" y="22789"/>
                    <a:pt x="3751" y="21634"/>
                  </a:cubicBezTo>
                  <a:cubicBezTo>
                    <a:pt x="2596" y="20467"/>
                    <a:pt x="1679" y="19121"/>
                    <a:pt x="1048" y="17609"/>
                  </a:cubicBezTo>
                  <a:cubicBezTo>
                    <a:pt x="382" y="16050"/>
                    <a:pt x="48" y="14395"/>
                    <a:pt x="48" y="12692"/>
                  </a:cubicBezTo>
                  <a:cubicBezTo>
                    <a:pt x="48" y="10978"/>
                    <a:pt x="393" y="9323"/>
                    <a:pt x="1048" y="7763"/>
                  </a:cubicBezTo>
                  <a:cubicBezTo>
                    <a:pt x="1691" y="6251"/>
                    <a:pt x="2596" y="4905"/>
                    <a:pt x="3751" y="3739"/>
                  </a:cubicBezTo>
                  <a:cubicBezTo>
                    <a:pt x="4918" y="2584"/>
                    <a:pt x="6275" y="1679"/>
                    <a:pt x="7775" y="1036"/>
                  </a:cubicBezTo>
                  <a:cubicBezTo>
                    <a:pt x="9335" y="369"/>
                    <a:pt x="10990" y="36"/>
                    <a:pt x="12704" y="36"/>
                  </a:cubicBezTo>
                  <a:close/>
                  <a:moveTo>
                    <a:pt x="12704" y="0"/>
                  </a:moveTo>
                  <a:cubicBezTo>
                    <a:pt x="10990" y="0"/>
                    <a:pt x="9323" y="333"/>
                    <a:pt x="7763" y="1000"/>
                  </a:cubicBezTo>
                  <a:cubicBezTo>
                    <a:pt x="6251" y="1643"/>
                    <a:pt x="4882" y="2560"/>
                    <a:pt x="3727" y="3727"/>
                  </a:cubicBezTo>
                  <a:cubicBezTo>
                    <a:pt x="2560" y="4882"/>
                    <a:pt x="1644" y="6239"/>
                    <a:pt x="1001" y="7763"/>
                  </a:cubicBezTo>
                  <a:cubicBezTo>
                    <a:pt x="346" y="9323"/>
                    <a:pt x="1" y="10989"/>
                    <a:pt x="1" y="12704"/>
                  </a:cubicBezTo>
                  <a:cubicBezTo>
                    <a:pt x="1" y="14407"/>
                    <a:pt x="334" y="16073"/>
                    <a:pt x="1001" y="17645"/>
                  </a:cubicBezTo>
                  <a:cubicBezTo>
                    <a:pt x="1644" y="19145"/>
                    <a:pt x="2560" y="20514"/>
                    <a:pt x="3727" y="21669"/>
                  </a:cubicBezTo>
                  <a:cubicBezTo>
                    <a:pt x="4882" y="22836"/>
                    <a:pt x="6239" y="23753"/>
                    <a:pt x="7763" y="24396"/>
                  </a:cubicBezTo>
                  <a:cubicBezTo>
                    <a:pt x="9323" y="25051"/>
                    <a:pt x="10990" y="25396"/>
                    <a:pt x="12704" y="25396"/>
                  </a:cubicBezTo>
                  <a:cubicBezTo>
                    <a:pt x="14407" y="25396"/>
                    <a:pt x="16074" y="25051"/>
                    <a:pt x="17646" y="24396"/>
                  </a:cubicBezTo>
                  <a:cubicBezTo>
                    <a:pt x="19146" y="23753"/>
                    <a:pt x="20515" y="22836"/>
                    <a:pt x="21670" y="21669"/>
                  </a:cubicBezTo>
                  <a:cubicBezTo>
                    <a:pt x="22837" y="20514"/>
                    <a:pt x="23753" y="19157"/>
                    <a:pt x="24396" y="17645"/>
                  </a:cubicBezTo>
                  <a:cubicBezTo>
                    <a:pt x="25051" y="16073"/>
                    <a:pt x="25397" y="14407"/>
                    <a:pt x="25397" y="12704"/>
                  </a:cubicBezTo>
                  <a:cubicBezTo>
                    <a:pt x="25397" y="10989"/>
                    <a:pt x="25063" y="9323"/>
                    <a:pt x="24396" y="7763"/>
                  </a:cubicBezTo>
                  <a:cubicBezTo>
                    <a:pt x="23753" y="6251"/>
                    <a:pt x="22837" y="4882"/>
                    <a:pt x="21670" y="3727"/>
                  </a:cubicBezTo>
                  <a:cubicBezTo>
                    <a:pt x="20515" y="2560"/>
                    <a:pt x="19158" y="1643"/>
                    <a:pt x="17646" y="1000"/>
                  </a:cubicBezTo>
                  <a:cubicBezTo>
                    <a:pt x="16074" y="345"/>
                    <a:pt x="14407" y="0"/>
                    <a:pt x="12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0"/>
            <p:cNvSpPr/>
            <p:nvPr/>
          </p:nvSpPr>
          <p:spPr>
            <a:xfrm>
              <a:off x="4620350" y="2020038"/>
              <a:ext cx="389975" cy="389650"/>
            </a:xfrm>
            <a:custGeom>
              <a:avLst/>
              <a:gdLst/>
              <a:ahLst/>
              <a:cxnLst/>
              <a:rect l="l" t="t" r="r" b="b"/>
              <a:pathLst>
                <a:path w="15599" h="15586" extrusionOk="0">
                  <a:moveTo>
                    <a:pt x="15598" y="7799"/>
                  </a:moveTo>
                  <a:cubicBezTo>
                    <a:pt x="15598" y="3489"/>
                    <a:pt x="12110" y="0"/>
                    <a:pt x="7799" y="0"/>
                  </a:cubicBezTo>
                  <a:cubicBezTo>
                    <a:pt x="3478" y="0"/>
                    <a:pt x="1" y="3477"/>
                    <a:pt x="1" y="7799"/>
                  </a:cubicBezTo>
                  <a:cubicBezTo>
                    <a:pt x="1" y="12097"/>
                    <a:pt x="3478" y="15586"/>
                    <a:pt x="7799" y="15586"/>
                  </a:cubicBezTo>
                  <a:cubicBezTo>
                    <a:pt x="12110" y="15586"/>
                    <a:pt x="15598" y="12097"/>
                    <a:pt x="15598" y="7799"/>
                  </a:cubicBezTo>
                  <a:close/>
                  <a:moveTo>
                    <a:pt x="1703" y="7799"/>
                  </a:moveTo>
                  <a:cubicBezTo>
                    <a:pt x="1703" y="4430"/>
                    <a:pt x="4430" y="1703"/>
                    <a:pt x="7799" y="1703"/>
                  </a:cubicBezTo>
                  <a:cubicBezTo>
                    <a:pt x="11157" y="1703"/>
                    <a:pt x="13884" y="4430"/>
                    <a:pt x="13884" y="7799"/>
                  </a:cubicBezTo>
                  <a:cubicBezTo>
                    <a:pt x="13884" y="11157"/>
                    <a:pt x="11157" y="13883"/>
                    <a:pt x="7799" y="13883"/>
                  </a:cubicBezTo>
                  <a:cubicBezTo>
                    <a:pt x="4430" y="13871"/>
                    <a:pt x="1703" y="11145"/>
                    <a:pt x="1703" y="77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0"/>
            <p:cNvSpPr/>
            <p:nvPr/>
          </p:nvSpPr>
          <p:spPr>
            <a:xfrm>
              <a:off x="4445625" y="1845313"/>
              <a:ext cx="739125" cy="739100"/>
            </a:xfrm>
            <a:custGeom>
              <a:avLst/>
              <a:gdLst/>
              <a:ahLst/>
              <a:cxnLst/>
              <a:rect l="l" t="t" r="r" b="b"/>
              <a:pathLst>
                <a:path w="29565" h="29564" extrusionOk="0">
                  <a:moveTo>
                    <a:pt x="29564" y="14788"/>
                  </a:moveTo>
                  <a:cubicBezTo>
                    <a:pt x="29564" y="6608"/>
                    <a:pt x="22944" y="1"/>
                    <a:pt x="14788" y="1"/>
                  </a:cubicBezTo>
                  <a:cubicBezTo>
                    <a:pt x="6609" y="1"/>
                    <a:pt x="1" y="6632"/>
                    <a:pt x="1" y="14788"/>
                  </a:cubicBezTo>
                  <a:cubicBezTo>
                    <a:pt x="1" y="22944"/>
                    <a:pt x="6633" y="29564"/>
                    <a:pt x="14788" y="29564"/>
                  </a:cubicBezTo>
                  <a:cubicBezTo>
                    <a:pt x="22956" y="29564"/>
                    <a:pt x="29564" y="22944"/>
                    <a:pt x="29564" y="14788"/>
                  </a:cubicBezTo>
                  <a:close/>
                  <a:moveTo>
                    <a:pt x="2823" y="14788"/>
                  </a:moveTo>
                  <a:cubicBezTo>
                    <a:pt x="2823" y="8180"/>
                    <a:pt x="8181" y="2822"/>
                    <a:pt x="14788" y="2822"/>
                  </a:cubicBezTo>
                  <a:cubicBezTo>
                    <a:pt x="21396" y="2822"/>
                    <a:pt x="26754" y="8180"/>
                    <a:pt x="26754" y="14788"/>
                  </a:cubicBezTo>
                  <a:cubicBezTo>
                    <a:pt x="26754" y="21384"/>
                    <a:pt x="21396" y="26742"/>
                    <a:pt x="14788" y="26742"/>
                  </a:cubicBezTo>
                  <a:cubicBezTo>
                    <a:pt x="8181" y="26730"/>
                    <a:pt x="2823" y="21372"/>
                    <a:pt x="2823" y="1478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0"/>
            <p:cNvSpPr/>
            <p:nvPr/>
          </p:nvSpPr>
          <p:spPr>
            <a:xfrm>
              <a:off x="4537900" y="1829838"/>
              <a:ext cx="554575" cy="769750"/>
            </a:xfrm>
            <a:custGeom>
              <a:avLst/>
              <a:gdLst/>
              <a:ahLst/>
              <a:cxnLst/>
              <a:rect l="l" t="t" r="r" b="b"/>
              <a:pathLst>
                <a:path w="22183" h="30790" extrusionOk="0">
                  <a:moveTo>
                    <a:pt x="11062" y="0"/>
                  </a:moveTo>
                  <a:cubicBezTo>
                    <a:pt x="8978" y="0"/>
                    <a:pt x="6966" y="405"/>
                    <a:pt x="5061" y="1203"/>
                  </a:cubicBezTo>
                  <a:cubicBezTo>
                    <a:pt x="3239" y="1977"/>
                    <a:pt x="1584" y="3096"/>
                    <a:pt x="168" y="4513"/>
                  </a:cubicBezTo>
                  <a:cubicBezTo>
                    <a:pt x="108" y="4549"/>
                    <a:pt x="60" y="4608"/>
                    <a:pt x="1" y="4668"/>
                  </a:cubicBezTo>
                  <a:lnTo>
                    <a:pt x="1" y="4894"/>
                  </a:lnTo>
                  <a:lnTo>
                    <a:pt x="287" y="4608"/>
                  </a:lnTo>
                  <a:cubicBezTo>
                    <a:pt x="3168" y="1739"/>
                    <a:pt x="7002" y="143"/>
                    <a:pt x="11074" y="143"/>
                  </a:cubicBezTo>
                  <a:cubicBezTo>
                    <a:pt x="15158" y="143"/>
                    <a:pt x="18979" y="1727"/>
                    <a:pt x="21861" y="4608"/>
                  </a:cubicBezTo>
                  <a:cubicBezTo>
                    <a:pt x="21958" y="4694"/>
                    <a:pt x="22045" y="4790"/>
                    <a:pt x="22123" y="4870"/>
                  </a:cubicBezTo>
                  <a:lnTo>
                    <a:pt x="22123" y="4870"/>
                  </a:lnTo>
                  <a:lnTo>
                    <a:pt x="22123" y="4668"/>
                  </a:lnTo>
                  <a:lnTo>
                    <a:pt x="21956" y="4513"/>
                  </a:lnTo>
                  <a:cubicBezTo>
                    <a:pt x="20539" y="3096"/>
                    <a:pt x="18884" y="1977"/>
                    <a:pt x="17063" y="1203"/>
                  </a:cubicBezTo>
                  <a:cubicBezTo>
                    <a:pt x="15158" y="405"/>
                    <a:pt x="13145" y="0"/>
                    <a:pt x="11062" y="0"/>
                  </a:cubicBezTo>
                  <a:close/>
                  <a:moveTo>
                    <a:pt x="22123" y="4870"/>
                  </a:moveTo>
                  <a:lnTo>
                    <a:pt x="22123" y="4894"/>
                  </a:lnTo>
                  <a:lnTo>
                    <a:pt x="22146" y="4894"/>
                  </a:lnTo>
                  <a:cubicBezTo>
                    <a:pt x="22139" y="4886"/>
                    <a:pt x="22131" y="4878"/>
                    <a:pt x="22123" y="4870"/>
                  </a:cubicBezTo>
                  <a:close/>
                  <a:moveTo>
                    <a:pt x="37" y="25896"/>
                  </a:moveTo>
                  <a:lnTo>
                    <a:pt x="37" y="26123"/>
                  </a:lnTo>
                  <a:lnTo>
                    <a:pt x="203" y="26277"/>
                  </a:lnTo>
                  <a:cubicBezTo>
                    <a:pt x="1608" y="27694"/>
                    <a:pt x="3263" y="28813"/>
                    <a:pt x="5097" y="29587"/>
                  </a:cubicBezTo>
                  <a:cubicBezTo>
                    <a:pt x="7002" y="30385"/>
                    <a:pt x="9014" y="30790"/>
                    <a:pt x="11097" y="30790"/>
                  </a:cubicBezTo>
                  <a:cubicBezTo>
                    <a:pt x="13181" y="30790"/>
                    <a:pt x="15181" y="30385"/>
                    <a:pt x="17086" y="29587"/>
                  </a:cubicBezTo>
                  <a:cubicBezTo>
                    <a:pt x="18920" y="28813"/>
                    <a:pt x="20575" y="27694"/>
                    <a:pt x="21992" y="26277"/>
                  </a:cubicBezTo>
                  <a:lnTo>
                    <a:pt x="22146" y="26123"/>
                  </a:lnTo>
                  <a:lnTo>
                    <a:pt x="22182" y="26123"/>
                  </a:lnTo>
                  <a:lnTo>
                    <a:pt x="22182" y="25896"/>
                  </a:lnTo>
                  <a:cubicBezTo>
                    <a:pt x="22075" y="25980"/>
                    <a:pt x="21980" y="26087"/>
                    <a:pt x="21896" y="26170"/>
                  </a:cubicBezTo>
                  <a:cubicBezTo>
                    <a:pt x="19015" y="29052"/>
                    <a:pt x="15181" y="30635"/>
                    <a:pt x="11109" y="30635"/>
                  </a:cubicBezTo>
                  <a:cubicBezTo>
                    <a:pt x="7026" y="30635"/>
                    <a:pt x="3204" y="29064"/>
                    <a:pt x="322" y="26170"/>
                  </a:cubicBezTo>
                  <a:cubicBezTo>
                    <a:pt x="215" y="26087"/>
                    <a:pt x="120" y="25980"/>
                    <a:pt x="37" y="2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0"/>
            <p:cNvSpPr/>
            <p:nvPr/>
          </p:nvSpPr>
          <p:spPr>
            <a:xfrm>
              <a:off x="4669175" y="2069163"/>
              <a:ext cx="291425" cy="291125"/>
            </a:xfrm>
            <a:custGeom>
              <a:avLst/>
              <a:gdLst/>
              <a:ahLst/>
              <a:cxnLst/>
              <a:rect l="l" t="t" r="r" b="b"/>
              <a:pathLst>
                <a:path w="11657" h="11645" extrusionOk="0">
                  <a:moveTo>
                    <a:pt x="5823" y="0"/>
                  </a:moveTo>
                  <a:cubicBezTo>
                    <a:pt x="2608" y="0"/>
                    <a:pt x="1" y="2596"/>
                    <a:pt x="1" y="5810"/>
                  </a:cubicBezTo>
                  <a:cubicBezTo>
                    <a:pt x="1" y="5858"/>
                    <a:pt x="36" y="5894"/>
                    <a:pt x="84" y="5894"/>
                  </a:cubicBezTo>
                  <a:cubicBezTo>
                    <a:pt x="120" y="5894"/>
                    <a:pt x="155" y="5858"/>
                    <a:pt x="155" y="5810"/>
                  </a:cubicBezTo>
                  <a:cubicBezTo>
                    <a:pt x="155" y="2679"/>
                    <a:pt x="2715" y="131"/>
                    <a:pt x="5835" y="131"/>
                  </a:cubicBezTo>
                  <a:cubicBezTo>
                    <a:pt x="8978" y="131"/>
                    <a:pt x="11526" y="2679"/>
                    <a:pt x="11526" y="5810"/>
                  </a:cubicBezTo>
                  <a:cubicBezTo>
                    <a:pt x="11526" y="8954"/>
                    <a:pt x="8966" y="11501"/>
                    <a:pt x="5835" y="11501"/>
                  </a:cubicBezTo>
                  <a:cubicBezTo>
                    <a:pt x="5799" y="11501"/>
                    <a:pt x="5763" y="11525"/>
                    <a:pt x="5763" y="11573"/>
                  </a:cubicBezTo>
                  <a:cubicBezTo>
                    <a:pt x="5763" y="11620"/>
                    <a:pt x="5799" y="11644"/>
                    <a:pt x="5835" y="11644"/>
                  </a:cubicBezTo>
                  <a:cubicBezTo>
                    <a:pt x="9049" y="11644"/>
                    <a:pt x="11657" y="9049"/>
                    <a:pt x="11657" y="5834"/>
                  </a:cubicBezTo>
                  <a:cubicBezTo>
                    <a:pt x="11657" y="2619"/>
                    <a:pt x="9049" y="12"/>
                    <a:pt x="5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0"/>
            <p:cNvSpPr/>
            <p:nvPr/>
          </p:nvSpPr>
          <p:spPr>
            <a:xfrm>
              <a:off x="4495350" y="1894713"/>
              <a:ext cx="546525" cy="640300"/>
            </a:xfrm>
            <a:custGeom>
              <a:avLst/>
              <a:gdLst/>
              <a:ahLst/>
              <a:cxnLst/>
              <a:rect l="l" t="t" r="r" b="b"/>
              <a:pathLst>
                <a:path w="21861" h="25612" extrusionOk="0">
                  <a:moveTo>
                    <a:pt x="12799" y="1"/>
                  </a:moveTo>
                  <a:cubicBezTo>
                    <a:pt x="9370" y="1"/>
                    <a:pt x="6156" y="1346"/>
                    <a:pt x="3751" y="3751"/>
                  </a:cubicBezTo>
                  <a:cubicBezTo>
                    <a:pt x="1322" y="6180"/>
                    <a:pt x="0" y="9383"/>
                    <a:pt x="0" y="12800"/>
                  </a:cubicBezTo>
                  <a:cubicBezTo>
                    <a:pt x="0" y="16229"/>
                    <a:pt x="1334" y="19444"/>
                    <a:pt x="3751" y="21849"/>
                  </a:cubicBezTo>
                  <a:cubicBezTo>
                    <a:pt x="6168" y="24278"/>
                    <a:pt x="9370" y="25611"/>
                    <a:pt x="12799" y="25611"/>
                  </a:cubicBezTo>
                  <a:cubicBezTo>
                    <a:pt x="16217" y="25611"/>
                    <a:pt x="19431" y="24266"/>
                    <a:pt x="21848" y="21849"/>
                  </a:cubicBezTo>
                  <a:cubicBezTo>
                    <a:pt x="21848" y="21837"/>
                    <a:pt x="21860" y="21813"/>
                    <a:pt x="21860" y="21789"/>
                  </a:cubicBezTo>
                  <a:cubicBezTo>
                    <a:pt x="21860" y="21772"/>
                    <a:pt x="21860" y="21761"/>
                    <a:pt x="21855" y="21761"/>
                  </a:cubicBezTo>
                  <a:cubicBezTo>
                    <a:pt x="21854" y="21761"/>
                    <a:pt x="21851" y="21762"/>
                    <a:pt x="21848" y="21766"/>
                  </a:cubicBezTo>
                  <a:cubicBezTo>
                    <a:pt x="21830" y="21748"/>
                    <a:pt x="21810" y="21739"/>
                    <a:pt x="21790" y="21739"/>
                  </a:cubicBezTo>
                  <a:cubicBezTo>
                    <a:pt x="21771" y="21739"/>
                    <a:pt x="21753" y="21748"/>
                    <a:pt x="21741" y="21766"/>
                  </a:cubicBezTo>
                  <a:cubicBezTo>
                    <a:pt x="19348" y="24159"/>
                    <a:pt x="16169" y="25468"/>
                    <a:pt x="12799" y="25468"/>
                  </a:cubicBezTo>
                  <a:cubicBezTo>
                    <a:pt x="9418" y="25468"/>
                    <a:pt x="6227" y="24147"/>
                    <a:pt x="3846" y="21766"/>
                  </a:cubicBezTo>
                  <a:cubicBezTo>
                    <a:pt x="1453" y="19372"/>
                    <a:pt x="143" y="16193"/>
                    <a:pt x="143" y="12824"/>
                  </a:cubicBezTo>
                  <a:cubicBezTo>
                    <a:pt x="143" y="9443"/>
                    <a:pt x="1465" y="6252"/>
                    <a:pt x="3846" y="3870"/>
                  </a:cubicBezTo>
                  <a:cubicBezTo>
                    <a:pt x="6251" y="1477"/>
                    <a:pt x="9418" y="168"/>
                    <a:pt x="12799" y="168"/>
                  </a:cubicBezTo>
                  <a:cubicBezTo>
                    <a:pt x="16169" y="168"/>
                    <a:pt x="19360" y="1489"/>
                    <a:pt x="21741" y="3870"/>
                  </a:cubicBezTo>
                  <a:cubicBezTo>
                    <a:pt x="21753" y="3888"/>
                    <a:pt x="21771" y="3897"/>
                    <a:pt x="21790" y="3897"/>
                  </a:cubicBezTo>
                  <a:cubicBezTo>
                    <a:pt x="21810" y="3897"/>
                    <a:pt x="21830" y="3888"/>
                    <a:pt x="21848" y="3870"/>
                  </a:cubicBezTo>
                  <a:cubicBezTo>
                    <a:pt x="21848" y="3859"/>
                    <a:pt x="21860" y="3835"/>
                    <a:pt x="21860" y="3811"/>
                  </a:cubicBezTo>
                  <a:cubicBezTo>
                    <a:pt x="21860" y="3787"/>
                    <a:pt x="21860" y="3775"/>
                    <a:pt x="21848" y="3751"/>
                  </a:cubicBezTo>
                  <a:cubicBezTo>
                    <a:pt x="19419" y="1334"/>
                    <a:pt x="16217" y="1"/>
                    <a:pt x="1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0"/>
            <p:cNvSpPr/>
            <p:nvPr/>
          </p:nvSpPr>
          <p:spPr>
            <a:xfrm>
              <a:off x="4611425" y="2011113"/>
              <a:ext cx="408125" cy="408100"/>
            </a:xfrm>
            <a:custGeom>
              <a:avLst/>
              <a:gdLst/>
              <a:ahLst/>
              <a:cxnLst/>
              <a:rect l="l" t="t" r="r" b="b"/>
              <a:pathLst>
                <a:path w="16325" h="16324" extrusionOk="0">
                  <a:moveTo>
                    <a:pt x="8168" y="0"/>
                  </a:moveTo>
                  <a:cubicBezTo>
                    <a:pt x="3656" y="0"/>
                    <a:pt x="1" y="3656"/>
                    <a:pt x="1" y="8168"/>
                  </a:cubicBezTo>
                  <a:cubicBezTo>
                    <a:pt x="1" y="8204"/>
                    <a:pt x="25" y="8239"/>
                    <a:pt x="72" y="8239"/>
                  </a:cubicBezTo>
                  <a:cubicBezTo>
                    <a:pt x="120" y="8239"/>
                    <a:pt x="144" y="8204"/>
                    <a:pt x="144" y="8168"/>
                  </a:cubicBezTo>
                  <a:cubicBezTo>
                    <a:pt x="144" y="3739"/>
                    <a:pt x="3727" y="155"/>
                    <a:pt x="8156" y="155"/>
                  </a:cubicBezTo>
                  <a:cubicBezTo>
                    <a:pt x="12574" y="155"/>
                    <a:pt x="16157" y="3739"/>
                    <a:pt x="16157" y="8168"/>
                  </a:cubicBezTo>
                  <a:cubicBezTo>
                    <a:pt x="16157" y="12585"/>
                    <a:pt x="12574" y="16169"/>
                    <a:pt x="8156" y="16169"/>
                  </a:cubicBezTo>
                  <a:cubicBezTo>
                    <a:pt x="8109" y="16169"/>
                    <a:pt x="8073" y="16205"/>
                    <a:pt x="8073" y="16240"/>
                  </a:cubicBezTo>
                  <a:cubicBezTo>
                    <a:pt x="8073" y="16288"/>
                    <a:pt x="8109" y="16324"/>
                    <a:pt x="8156" y="16324"/>
                  </a:cubicBezTo>
                  <a:cubicBezTo>
                    <a:pt x="12657" y="16324"/>
                    <a:pt x="16324" y="12657"/>
                    <a:pt x="16324" y="8156"/>
                  </a:cubicBezTo>
                  <a:cubicBezTo>
                    <a:pt x="16324" y="3644"/>
                    <a:pt x="12681" y="0"/>
                    <a:pt x="8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0"/>
            <p:cNvSpPr/>
            <p:nvPr/>
          </p:nvSpPr>
          <p:spPr>
            <a:xfrm>
              <a:off x="4557250" y="1963213"/>
              <a:ext cx="490875" cy="503000"/>
            </a:xfrm>
            <a:custGeom>
              <a:avLst/>
              <a:gdLst/>
              <a:ahLst/>
              <a:cxnLst/>
              <a:rect l="l" t="t" r="r" b="b"/>
              <a:pathLst>
                <a:path w="19635" h="20120" extrusionOk="0">
                  <a:moveTo>
                    <a:pt x="10345" y="1"/>
                  </a:moveTo>
                  <a:cubicBezTo>
                    <a:pt x="9033" y="1"/>
                    <a:pt x="7721" y="263"/>
                    <a:pt x="6466" y="785"/>
                  </a:cubicBezTo>
                  <a:cubicBezTo>
                    <a:pt x="3977" y="1809"/>
                    <a:pt x="2061" y="3738"/>
                    <a:pt x="1037" y="6226"/>
                  </a:cubicBezTo>
                  <a:cubicBezTo>
                    <a:pt x="1" y="8715"/>
                    <a:pt x="25" y="11441"/>
                    <a:pt x="1049" y="13918"/>
                  </a:cubicBezTo>
                  <a:cubicBezTo>
                    <a:pt x="2072" y="16406"/>
                    <a:pt x="4025" y="18323"/>
                    <a:pt x="6513" y="19359"/>
                  </a:cubicBezTo>
                  <a:cubicBezTo>
                    <a:pt x="7741" y="19866"/>
                    <a:pt x="9030" y="20119"/>
                    <a:pt x="10321" y="20119"/>
                  </a:cubicBezTo>
                  <a:cubicBezTo>
                    <a:pt x="11634" y="20119"/>
                    <a:pt x="12950" y="19858"/>
                    <a:pt x="14205" y="19335"/>
                  </a:cubicBezTo>
                  <a:cubicBezTo>
                    <a:pt x="16670" y="18311"/>
                    <a:pt x="18598" y="16394"/>
                    <a:pt x="19622" y="13918"/>
                  </a:cubicBezTo>
                  <a:cubicBezTo>
                    <a:pt x="19634" y="13894"/>
                    <a:pt x="19622" y="13882"/>
                    <a:pt x="19622" y="13858"/>
                  </a:cubicBezTo>
                  <a:cubicBezTo>
                    <a:pt x="19610" y="13834"/>
                    <a:pt x="19587" y="13823"/>
                    <a:pt x="19575" y="13823"/>
                  </a:cubicBezTo>
                  <a:lnTo>
                    <a:pt x="19515" y="13823"/>
                  </a:lnTo>
                  <a:cubicBezTo>
                    <a:pt x="19491" y="13834"/>
                    <a:pt x="19467" y="13846"/>
                    <a:pt x="19467" y="13858"/>
                  </a:cubicBezTo>
                  <a:cubicBezTo>
                    <a:pt x="18455" y="16287"/>
                    <a:pt x="16550" y="18192"/>
                    <a:pt x="14133" y="19204"/>
                  </a:cubicBezTo>
                  <a:cubicBezTo>
                    <a:pt x="12910" y="19718"/>
                    <a:pt x="11617" y="19974"/>
                    <a:pt x="10324" y="19974"/>
                  </a:cubicBezTo>
                  <a:cubicBezTo>
                    <a:pt x="9039" y="19974"/>
                    <a:pt x="7754" y="19721"/>
                    <a:pt x="6537" y="19216"/>
                  </a:cubicBezTo>
                  <a:cubicBezTo>
                    <a:pt x="4097" y="18204"/>
                    <a:pt x="2180" y="16299"/>
                    <a:pt x="1168" y="13858"/>
                  </a:cubicBezTo>
                  <a:cubicBezTo>
                    <a:pt x="144" y="11417"/>
                    <a:pt x="144" y="8715"/>
                    <a:pt x="1156" y="6274"/>
                  </a:cubicBezTo>
                  <a:cubicBezTo>
                    <a:pt x="2168" y="3833"/>
                    <a:pt x="4073" y="1916"/>
                    <a:pt x="6513" y="904"/>
                  </a:cubicBezTo>
                  <a:cubicBezTo>
                    <a:pt x="7741" y="383"/>
                    <a:pt x="9035" y="124"/>
                    <a:pt x="10328" y="124"/>
                  </a:cubicBezTo>
                  <a:cubicBezTo>
                    <a:pt x="11606" y="124"/>
                    <a:pt x="12884" y="377"/>
                    <a:pt x="14098" y="880"/>
                  </a:cubicBezTo>
                  <a:cubicBezTo>
                    <a:pt x="16539" y="1892"/>
                    <a:pt x="18455" y="3797"/>
                    <a:pt x="19467" y="6238"/>
                  </a:cubicBezTo>
                  <a:cubicBezTo>
                    <a:pt x="19477" y="6275"/>
                    <a:pt x="19507" y="6290"/>
                    <a:pt x="19536" y="6290"/>
                  </a:cubicBezTo>
                  <a:cubicBezTo>
                    <a:pt x="19545" y="6290"/>
                    <a:pt x="19554" y="6289"/>
                    <a:pt x="19563" y="6286"/>
                  </a:cubicBezTo>
                  <a:cubicBezTo>
                    <a:pt x="19598" y="6274"/>
                    <a:pt x="19622" y="6226"/>
                    <a:pt x="19598" y="6203"/>
                  </a:cubicBezTo>
                  <a:cubicBezTo>
                    <a:pt x="18575" y="3714"/>
                    <a:pt x="16646" y="1785"/>
                    <a:pt x="14157" y="761"/>
                  </a:cubicBezTo>
                  <a:cubicBezTo>
                    <a:pt x="12924" y="254"/>
                    <a:pt x="11635" y="1"/>
                    <a:pt x="10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7" name="Google Shape;407;p10"/>
          <p:cNvSpPr txBox="1">
            <a:spLocks noGrp="1"/>
          </p:cNvSpPr>
          <p:nvPr>
            <p:ph type="body" idx="1"/>
          </p:nvPr>
        </p:nvSpPr>
        <p:spPr>
          <a:xfrm>
            <a:off x="720000" y="2269200"/>
            <a:ext cx="77040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Condensed SemiBold"/>
              <a:buNone/>
              <a:defRPr sz="24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</a:lstStyle>
          <a:p>
            <a:endParaRPr/>
          </a:p>
        </p:txBody>
      </p:sp>
      <p:sp>
        <p:nvSpPr>
          <p:cNvPr id="408" name="Google Shape;408;p10"/>
          <p:cNvSpPr/>
          <p:nvPr/>
        </p:nvSpPr>
        <p:spPr>
          <a:xfrm rot="740964">
            <a:off x="2555135" y="4016752"/>
            <a:ext cx="4319054" cy="2721715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0"/>
          <p:cNvSpPr/>
          <p:nvPr/>
        </p:nvSpPr>
        <p:spPr>
          <a:xfrm rot="3600028">
            <a:off x="2889450" y="-2153057"/>
            <a:ext cx="3365100" cy="3705147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0" name="Google Shape;410;p10"/>
          <p:cNvGrpSpPr/>
          <p:nvPr/>
        </p:nvGrpSpPr>
        <p:grpSpPr>
          <a:xfrm flipH="1">
            <a:off x="4391436" y="4291309"/>
            <a:ext cx="361129" cy="3106418"/>
            <a:chOff x="6317900" y="1197313"/>
            <a:chExt cx="180700" cy="1554375"/>
          </a:xfrm>
        </p:grpSpPr>
        <p:sp>
          <p:nvSpPr>
            <p:cNvPr id="411" name="Google Shape;411;p10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0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0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0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0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0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0"/>
          <p:cNvGrpSpPr/>
          <p:nvPr/>
        </p:nvGrpSpPr>
        <p:grpSpPr>
          <a:xfrm flipH="1">
            <a:off x="4352623" y="278531"/>
            <a:ext cx="438754" cy="772904"/>
            <a:chOff x="4950175" y="2998438"/>
            <a:chExt cx="88725" cy="156300"/>
          </a:xfrm>
        </p:grpSpPr>
        <p:sp>
          <p:nvSpPr>
            <p:cNvPr id="418" name="Google Shape;418;p10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0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0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0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0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0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0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0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0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0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0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0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0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0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0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0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0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0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0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0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0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0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0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0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0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0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0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0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0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0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0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0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0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0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0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0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1"/>
          <p:cNvSpPr txBox="1">
            <a:spLocks noGrp="1"/>
          </p:cNvSpPr>
          <p:nvPr>
            <p:ph type="title" hasCustomPrompt="1"/>
          </p:nvPr>
        </p:nvSpPr>
        <p:spPr>
          <a:xfrm>
            <a:off x="1766700" y="1533875"/>
            <a:ext cx="5610600" cy="13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456" name="Google Shape;456;p11"/>
          <p:cNvSpPr txBox="1">
            <a:spLocks noGrp="1"/>
          </p:cNvSpPr>
          <p:nvPr>
            <p:ph type="subTitle" idx="1"/>
          </p:nvPr>
        </p:nvSpPr>
        <p:spPr>
          <a:xfrm>
            <a:off x="1766700" y="2906122"/>
            <a:ext cx="5610600" cy="7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11"/>
          <p:cNvSpPr/>
          <p:nvPr/>
        </p:nvSpPr>
        <p:spPr>
          <a:xfrm rot="2352435">
            <a:off x="2482219" y="4250194"/>
            <a:ext cx="4319020" cy="2721693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8" name="Google Shape;458;p11"/>
          <p:cNvGrpSpPr/>
          <p:nvPr/>
        </p:nvGrpSpPr>
        <p:grpSpPr>
          <a:xfrm rot="5400000">
            <a:off x="4483925" y="4608575"/>
            <a:ext cx="315575" cy="366750"/>
            <a:chOff x="8558925" y="4522650"/>
            <a:chExt cx="315575" cy="366750"/>
          </a:xfrm>
        </p:grpSpPr>
        <p:grpSp>
          <p:nvGrpSpPr>
            <p:cNvPr id="459" name="Google Shape;459;p11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460" name="Google Shape;460;p11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1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2" name="Google Shape;462;p11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463" name="Google Shape;463;p11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11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5" name="Google Shape;465;p11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466" name="Google Shape;466;p11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11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68" name="Google Shape;468;p11"/>
          <p:cNvGrpSpPr/>
          <p:nvPr/>
        </p:nvGrpSpPr>
        <p:grpSpPr>
          <a:xfrm rot="10800000" flipH="1">
            <a:off x="208200" y="3354166"/>
            <a:ext cx="194400" cy="112209"/>
            <a:chOff x="265900" y="3852516"/>
            <a:chExt cx="194400" cy="112209"/>
          </a:xfrm>
        </p:grpSpPr>
        <p:sp>
          <p:nvSpPr>
            <p:cNvPr id="469" name="Google Shape;469;p11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1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1" name="Google Shape;471;p11"/>
          <p:cNvSpPr/>
          <p:nvPr/>
        </p:nvSpPr>
        <p:spPr>
          <a:xfrm rot="5400000" flipH="1">
            <a:off x="8802568" y="2037975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2" name="Google Shape;472;p11"/>
          <p:cNvGrpSpPr/>
          <p:nvPr/>
        </p:nvGrpSpPr>
        <p:grpSpPr>
          <a:xfrm>
            <a:off x="-988628" y="1266621"/>
            <a:ext cx="1391222" cy="1387652"/>
            <a:chOff x="4010510" y="4522646"/>
            <a:chExt cx="1391222" cy="1387652"/>
          </a:xfrm>
        </p:grpSpPr>
        <p:sp>
          <p:nvSpPr>
            <p:cNvPr id="473" name="Google Shape;473;p11"/>
            <p:cNvSpPr/>
            <p:nvPr/>
          </p:nvSpPr>
          <p:spPr>
            <a:xfrm rot="435267">
              <a:off x="4083847" y="4596260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74" name="Google Shape;474;p11"/>
            <p:cNvCxnSpPr/>
            <p:nvPr/>
          </p:nvCxnSpPr>
          <p:spPr>
            <a:xfrm rot="436104" flipH="1">
              <a:off x="4646601" y="486612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75" name="Google Shape;475;p11"/>
          <p:cNvGrpSpPr/>
          <p:nvPr/>
        </p:nvGrpSpPr>
        <p:grpSpPr>
          <a:xfrm rot="10800000">
            <a:off x="8625322" y="2848196"/>
            <a:ext cx="1391222" cy="1387652"/>
            <a:chOff x="4010510" y="4522646"/>
            <a:chExt cx="1391222" cy="1387652"/>
          </a:xfrm>
        </p:grpSpPr>
        <p:sp>
          <p:nvSpPr>
            <p:cNvPr id="476" name="Google Shape;476;p11"/>
            <p:cNvSpPr/>
            <p:nvPr/>
          </p:nvSpPr>
          <p:spPr>
            <a:xfrm rot="435267">
              <a:off x="4083847" y="4596260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77" name="Google Shape;477;p11"/>
            <p:cNvCxnSpPr/>
            <p:nvPr/>
          </p:nvCxnSpPr>
          <p:spPr>
            <a:xfrm rot="436104" flipH="1">
              <a:off x="4646601" y="486612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78" name="Google Shape;478;p11"/>
          <p:cNvSpPr/>
          <p:nvPr/>
        </p:nvSpPr>
        <p:spPr>
          <a:xfrm rot="3600028">
            <a:off x="7176125" y="-2438407"/>
            <a:ext cx="3365100" cy="3705147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1"/>
          <p:cNvSpPr/>
          <p:nvPr/>
        </p:nvSpPr>
        <p:spPr>
          <a:xfrm rot="4913980">
            <a:off x="-1664938" y="-2531788"/>
            <a:ext cx="3365081" cy="3705126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3"/>
          <p:cNvSpPr txBox="1">
            <a:spLocks noGrp="1"/>
          </p:cNvSpPr>
          <p:nvPr>
            <p:ph type="subTitle" idx="1"/>
          </p:nvPr>
        </p:nvSpPr>
        <p:spPr>
          <a:xfrm>
            <a:off x="1648275" y="1206225"/>
            <a:ext cx="2907900" cy="39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endParaRPr/>
          </a:p>
        </p:txBody>
      </p:sp>
      <p:sp>
        <p:nvSpPr>
          <p:cNvPr id="483" name="Google Shape;483;p13"/>
          <p:cNvSpPr txBox="1">
            <a:spLocks noGrp="1"/>
          </p:cNvSpPr>
          <p:nvPr>
            <p:ph type="subTitle" idx="2"/>
          </p:nvPr>
        </p:nvSpPr>
        <p:spPr>
          <a:xfrm>
            <a:off x="5520925" y="1206225"/>
            <a:ext cx="2907900" cy="39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endParaRPr/>
          </a:p>
        </p:txBody>
      </p:sp>
      <p:sp>
        <p:nvSpPr>
          <p:cNvPr id="484" name="Google Shape;484;p13"/>
          <p:cNvSpPr txBox="1">
            <a:spLocks noGrp="1"/>
          </p:cNvSpPr>
          <p:nvPr>
            <p:ph type="subTitle" idx="3"/>
          </p:nvPr>
        </p:nvSpPr>
        <p:spPr>
          <a:xfrm>
            <a:off x="1648275" y="2300938"/>
            <a:ext cx="2907900" cy="39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endParaRPr/>
          </a:p>
        </p:txBody>
      </p:sp>
      <p:sp>
        <p:nvSpPr>
          <p:cNvPr id="485" name="Google Shape;485;p13"/>
          <p:cNvSpPr txBox="1">
            <a:spLocks noGrp="1"/>
          </p:cNvSpPr>
          <p:nvPr>
            <p:ph type="subTitle" idx="4"/>
          </p:nvPr>
        </p:nvSpPr>
        <p:spPr>
          <a:xfrm>
            <a:off x="5520925" y="2300938"/>
            <a:ext cx="2907900" cy="39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endParaRPr/>
          </a:p>
        </p:txBody>
      </p:sp>
      <p:sp>
        <p:nvSpPr>
          <p:cNvPr id="486" name="Google Shape;486;p13"/>
          <p:cNvSpPr txBox="1">
            <a:spLocks noGrp="1"/>
          </p:cNvSpPr>
          <p:nvPr>
            <p:ph type="subTitle" idx="5"/>
          </p:nvPr>
        </p:nvSpPr>
        <p:spPr>
          <a:xfrm>
            <a:off x="1648275" y="3429713"/>
            <a:ext cx="2907900" cy="39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endParaRPr/>
          </a:p>
        </p:txBody>
      </p:sp>
      <p:sp>
        <p:nvSpPr>
          <p:cNvPr id="487" name="Google Shape;487;p13"/>
          <p:cNvSpPr txBox="1">
            <a:spLocks noGrp="1"/>
          </p:cNvSpPr>
          <p:nvPr>
            <p:ph type="subTitle" idx="6"/>
          </p:nvPr>
        </p:nvSpPr>
        <p:spPr>
          <a:xfrm>
            <a:off x="5520925" y="3429713"/>
            <a:ext cx="2907900" cy="39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endParaRPr/>
          </a:p>
        </p:txBody>
      </p:sp>
      <p:sp>
        <p:nvSpPr>
          <p:cNvPr id="488" name="Google Shape;48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89" name="Google Shape;489;p13"/>
          <p:cNvSpPr txBox="1">
            <a:spLocks noGrp="1"/>
          </p:cNvSpPr>
          <p:nvPr>
            <p:ph type="subTitle" idx="7"/>
          </p:nvPr>
        </p:nvSpPr>
        <p:spPr>
          <a:xfrm>
            <a:off x="1648275" y="1503027"/>
            <a:ext cx="29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0" name="Google Shape;490;p13"/>
          <p:cNvSpPr txBox="1">
            <a:spLocks noGrp="1"/>
          </p:cNvSpPr>
          <p:nvPr>
            <p:ph type="subTitle" idx="8"/>
          </p:nvPr>
        </p:nvSpPr>
        <p:spPr>
          <a:xfrm>
            <a:off x="5520925" y="1503027"/>
            <a:ext cx="29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1" name="Google Shape;491;p13"/>
          <p:cNvSpPr txBox="1">
            <a:spLocks noGrp="1"/>
          </p:cNvSpPr>
          <p:nvPr>
            <p:ph type="subTitle" idx="9"/>
          </p:nvPr>
        </p:nvSpPr>
        <p:spPr>
          <a:xfrm>
            <a:off x="1648275" y="2646526"/>
            <a:ext cx="29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2" name="Google Shape;492;p13"/>
          <p:cNvSpPr txBox="1">
            <a:spLocks noGrp="1"/>
          </p:cNvSpPr>
          <p:nvPr>
            <p:ph type="subTitle" idx="13"/>
          </p:nvPr>
        </p:nvSpPr>
        <p:spPr>
          <a:xfrm>
            <a:off x="5520925" y="2646526"/>
            <a:ext cx="29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3" name="Google Shape;493;p13"/>
          <p:cNvSpPr txBox="1">
            <a:spLocks noGrp="1"/>
          </p:cNvSpPr>
          <p:nvPr>
            <p:ph type="subTitle" idx="14"/>
          </p:nvPr>
        </p:nvSpPr>
        <p:spPr>
          <a:xfrm>
            <a:off x="1648275" y="3790025"/>
            <a:ext cx="29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4" name="Google Shape;494;p13"/>
          <p:cNvSpPr txBox="1">
            <a:spLocks noGrp="1"/>
          </p:cNvSpPr>
          <p:nvPr>
            <p:ph type="subTitle" idx="15"/>
          </p:nvPr>
        </p:nvSpPr>
        <p:spPr>
          <a:xfrm>
            <a:off x="5520925" y="3790025"/>
            <a:ext cx="29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5" name="Google Shape;495;p13"/>
          <p:cNvSpPr/>
          <p:nvPr/>
        </p:nvSpPr>
        <p:spPr>
          <a:xfrm rot="10800000">
            <a:off x="-1426853" y="-1062630"/>
            <a:ext cx="3177828" cy="2002555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6" name="Google Shape;496;p13"/>
          <p:cNvGrpSpPr/>
          <p:nvPr/>
        </p:nvGrpSpPr>
        <p:grpSpPr>
          <a:xfrm>
            <a:off x="3833550" y="4634650"/>
            <a:ext cx="1476900" cy="1476900"/>
            <a:chOff x="-802775" y="4608575"/>
            <a:chExt cx="1476900" cy="1476900"/>
          </a:xfrm>
        </p:grpSpPr>
        <p:sp>
          <p:nvSpPr>
            <p:cNvPr id="497" name="Google Shape;497;p13"/>
            <p:cNvSpPr/>
            <p:nvPr/>
          </p:nvSpPr>
          <p:spPr>
            <a:xfrm>
              <a:off x="-671975" y="4739375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3"/>
            <p:cNvSpPr/>
            <p:nvPr/>
          </p:nvSpPr>
          <p:spPr>
            <a:xfrm>
              <a:off x="-802775" y="4608575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9" name="Google Shape;499;p13"/>
          <p:cNvSpPr/>
          <p:nvPr/>
        </p:nvSpPr>
        <p:spPr>
          <a:xfrm rot="-1297775">
            <a:off x="7887277" y="-719144"/>
            <a:ext cx="2209823" cy="1811858"/>
          </a:xfrm>
          <a:custGeom>
            <a:avLst/>
            <a:gdLst/>
            <a:ahLst/>
            <a:cxnLst/>
            <a:rect l="l" t="t" r="r" b="b"/>
            <a:pathLst>
              <a:path w="19718" h="16167" extrusionOk="0">
                <a:moveTo>
                  <a:pt x="1357" y="1"/>
                </a:moveTo>
                <a:cubicBezTo>
                  <a:pt x="1216" y="1"/>
                  <a:pt x="1067" y="31"/>
                  <a:pt x="905" y="105"/>
                </a:cubicBezTo>
                <a:cubicBezTo>
                  <a:pt x="298" y="391"/>
                  <a:pt x="0" y="1236"/>
                  <a:pt x="0" y="1867"/>
                </a:cubicBezTo>
                <a:cubicBezTo>
                  <a:pt x="12" y="3082"/>
                  <a:pt x="691" y="4236"/>
                  <a:pt x="1608" y="5022"/>
                </a:cubicBezTo>
                <a:cubicBezTo>
                  <a:pt x="2548" y="5808"/>
                  <a:pt x="3703" y="6272"/>
                  <a:pt x="4894" y="6558"/>
                </a:cubicBezTo>
                <a:cubicBezTo>
                  <a:pt x="5549" y="6713"/>
                  <a:pt x="6239" y="6820"/>
                  <a:pt x="6847" y="7130"/>
                </a:cubicBezTo>
                <a:cubicBezTo>
                  <a:pt x="7454" y="7427"/>
                  <a:pt x="7990" y="7999"/>
                  <a:pt x="8037" y="8677"/>
                </a:cubicBezTo>
                <a:cubicBezTo>
                  <a:pt x="8097" y="9392"/>
                  <a:pt x="7632" y="10023"/>
                  <a:pt x="7216" y="10606"/>
                </a:cubicBezTo>
                <a:cubicBezTo>
                  <a:pt x="6442" y="11654"/>
                  <a:pt x="5715" y="12952"/>
                  <a:pt x="6108" y="14202"/>
                </a:cubicBezTo>
                <a:cubicBezTo>
                  <a:pt x="6418" y="15154"/>
                  <a:pt x="7335" y="15821"/>
                  <a:pt x="8323" y="16047"/>
                </a:cubicBezTo>
                <a:cubicBezTo>
                  <a:pt x="8686" y="16132"/>
                  <a:pt x="9058" y="16166"/>
                  <a:pt x="9431" y="16166"/>
                </a:cubicBezTo>
                <a:cubicBezTo>
                  <a:pt x="10062" y="16166"/>
                  <a:pt x="10698" y="16067"/>
                  <a:pt x="11311" y="15940"/>
                </a:cubicBezTo>
                <a:cubicBezTo>
                  <a:pt x="12621" y="15690"/>
                  <a:pt x="14062" y="15202"/>
                  <a:pt x="14598" y="13976"/>
                </a:cubicBezTo>
                <a:cubicBezTo>
                  <a:pt x="14883" y="13321"/>
                  <a:pt x="14836" y="12595"/>
                  <a:pt x="15074" y="11928"/>
                </a:cubicBezTo>
                <a:cubicBezTo>
                  <a:pt x="15526" y="10630"/>
                  <a:pt x="16860" y="9904"/>
                  <a:pt x="17800" y="8904"/>
                </a:cubicBezTo>
                <a:cubicBezTo>
                  <a:pt x="19158" y="7487"/>
                  <a:pt x="19717" y="5368"/>
                  <a:pt x="19277" y="3463"/>
                </a:cubicBezTo>
                <a:cubicBezTo>
                  <a:pt x="19110" y="2772"/>
                  <a:pt x="18812" y="2105"/>
                  <a:pt x="18312" y="1617"/>
                </a:cubicBezTo>
                <a:cubicBezTo>
                  <a:pt x="17848" y="1165"/>
                  <a:pt x="17241" y="903"/>
                  <a:pt x="16622" y="688"/>
                </a:cubicBezTo>
                <a:cubicBezTo>
                  <a:pt x="15563" y="336"/>
                  <a:pt x="14440" y="156"/>
                  <a:pt x="13314" y="156"/>
                </a:cubicBezTo>
                <a:cubicBezTo>
                  <a:pt x="12768" y="156"/>
                  <a:pt x="12221" y="198"/>
                  <a:pt x="11681" y="284"/>
                </a:cubicBezTo>
                <a:cubicBezTo>
                  <a:pt x="10168" y="522"/>
                  <a:pt x="8728" y="1105"/>
                  <a:pt x="7192" y="1272"/>
                </a:cubicBezTo>
                <a:cubicBezTo>
                  <a:pt x="6900" y="1303"/>
                  <a:pt x="6608" y="1319"/>
                  <a:pt x="6316" y="1319"/>
                </a:cubicBezTo>
                <a:cubicBezTo>
                  <a:pt x="5057" y="1319"/>
                  <a:pt x="3805" y="1034"/>
                  <a:pt x="2656" y="522"/>
                </a:cubicBezTo>
                <a:cubicBezTo>
                  <a:pt x="2184" y="313"/>
                  <a:pt x="1809" y="1"/>
                  <a:pt x="1357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0" name="Google Shape;500;p13"/>
          <p:cNvGrpSpPr/>
          <p:nvPr/>
        </p:nvGrpSpPr>
        <p:grpSpPr>
          <a:xfrm>
            <a:off x="296900" y="356125"/>
            <a:ext cx="315575" cy="366750"/>
            <a:chOff x="8558925" y="4522650"/>
            <a:chExt cx="315575" cy="366750"/>
          </a:xfrm>
        </p:grpSpPr>
        <p:grpSp>
          <p:nvGrpSpPr>
            <p:cNvPr id="501" name="Google Shape;501;p13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502" name="Google Shape;502;p1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1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4" name="Google Shape;504;p13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505" name="Google Shape;505;p1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1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7" name="Google Shape;507;p13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508" name="Google Shape;508;p1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1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0" name="Google Shape;510;p13"/>
          <p:cNvGrpSpPr/>
          <p:nvPr/>
        </p:nvGrpSpPr>
        <p:grpSpPr>
          <a:xfrm rot="10800000" flipH="1">
            <a:off x="232050" y="2876766"/>
            <a:ext cx="194400" cy="112209"/>
            <a:chOff x="265900" y="3852516"/>
            <a:chExt cx="194400" cy="112209"/>
          </a:xfrm>
        </p:grpSpPr>
        <p:sp>
          <p:nvSpPr>
            <p:cNvPr id="511" name="Google Shape;511;p13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3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3" name="Google Shape;513;p13"/>
          <p:cNvSpPr/>
          <p:nvPr/>
        </p:nvSpPr>
        <p:spPr>
          <a:xfrm rot="5400000">
            <a:off x="8780425" y="2523138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3"/>
          <p:cNvSpPr/>
          <p:nvPr/>
        </p:nvSpPr>
        <p:spPr>
          <a:xfrm rot="435267">
            <a:off x="8214271" y="4214285"/>
            <a:ext cx="1244549" cy="1240425"/>
          </a:xfrm>
          <a:custGeom>
            <a:avLst/>
            <a:gdLst/>
            <a:ahLst/>
            <a:cxnLst/>
            <a:rect l="l" t="t" r="r" b="b"/>
            <a:pathLst>
              <a:path w="28969" h="28873" extrusionOk="0">
                <a:moveTo>
                  <a:pt x="27814" y="0"/>
                </a:moveTo>
                <a:cubicBezTo>
                  <a:pt x="28075" y="0"/>
                  <a:pt x="28349" y="107"/>
                  <a:pt x="28552" y="310"/>
                </a:cubicBezTo>
                <a:cubicBezTo>
                  <a:pt x="28968" y="727"/>
                  <a:pt x="28968" y="1381"/>
                  <a:pt x="28552" y="1798"/>
                </a:cubicBezTo>
                <a:lnTo>
                  <a:pt x="1906" y="28456"/>
                </a:lnTo>
                <a:cubicBezTo>
                  <a:pt x="1489" y="28873"/>
                  <a:pt x="834" y="28873"/>
                  <a:pt x="417" y="28456"/>
                </a:cubicBezTo>
                <a:cubicBezTo>
                  <a:pt x="1" y="28039"/>
                  <a:pt x="1" y="27385"/>
                  <a:pt x="417" y="26968"/>
                </a:cubicBezTo>
                <a:lnTo>
                  <a:pt x="27063" y="310"/>
                </a:lnTo>
                <a:cubicBezTo>
                  <a:pt x="27278" y="107"/>
                  <a:pt x="27552" y="0"/>
                  <a:pt x="27814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15" name="Google Shape;515;p13"/>
          <p:cNvCxnSpPr/>
          <p:nvPr/>
        </p:nvCxnSpPr>
        <p:spPr>
          <a:xfrm rot="436104" flipH="1">
            <a:off x="8926501" y="4361228"/>
            <a:ext cx="713735" cy="70071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16" name="Google Shape;516;p13"/>
          <p:cNvGrpSpPr/>
          <p:nvPr/>
        </p:nvGrpSpPr>
        <p:grpSpPr>
          <a:xfrm flipH="1">
            <a:off x="8617149" y="344931"/>
            <a:ext cx="438754" cy="772904"/>
            <a:chOff x="4950175" y="2998438"/>
            <a:chExt cx="88725" cy="156300"/>
          </a:xfrm>
        </p:grpSpPr>
        <p:sp>
          <p:nvSpPr>
            <p:cNvPr id="517" name="Google Shape;517;p13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3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3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3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3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3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3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3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3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3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3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3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3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3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3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3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3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3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3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3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3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3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3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3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3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3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3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3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3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3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3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3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3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3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3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3" name="Google Shape;553;p13"/>
          <p:cNvGrpSpPr/>
          <p:nvPr/>
        </p:nvGrpSpPr>
        <p:grpSpPr>
          <a:xfrm>
            <a:off x="-671216" y="4477896"/>
            <a:ext cx="1391222" cy="1387652"/>
            <a:chOff x="4010510" y="4522646"/>
            <a:chExt cx="1391222" cy="1387652"/>
          </a:xfrm>
        </p:grpSpPr>
        <p:sp>
          <p:nvSpPr>
            <p:cNvPr id="554" name="Google Shape;554;p13"/>
            <p:cNvSpPr/>
            <p:nvPr/>
          </p:nvSpPr>
          <p:spPr>
            <a:xfrm rot="435267">
              <a:off x="4083847" y="4596260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5" name="Google Shape;555;p13"/>
            <p:cNvCxnSpPr/>
            <p:nvPr/>
          </p:nvCxnSpPr>
          <p:spPr>
            <a:xfrm rot="436104" flipH="1">
              <a:off x="4223501" y="469567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20"/>
          <p:cNvSpPr txBox="1">
            <a:spLocks noGrp="1"/>
          </p:cNvSpPr>
          <p:nvPr>
            <p:ph type="subTitle" idx="1"/>
          </p:nvPr>
        </p:nvSpPr>
        <p:spPr>
          <a:xfrm>
            <a:off x="869400" y="1551800"/>
            <a:ext cx="2282400" cy="42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endParaRPr/>
          </a:p>
        </p:txBody>
      </p:sp>
      <p:sp>
        <p:nvSpPr>
          <p:cNvPr id="900" name="Google Shape;900;p20"/>
          <p:cNvSpPr txBox="1">
            <a:spLocks noGrp="1"/>
          </p:cNvSpPr>
          <p:nvPr>
            <p:ph type="subTitle" idx="2"/>
          </p:nvPr>
        </p:nvSpPr>
        <p:spPr>
          <a:xfrm>
            <a:off x="3430818" y="1551800"/>
            <a:ext cx="2282400" cy="42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endParaRPr/>
          </a:p>
        </p:txBody>
      </p:sp>
      <p:sp>
        <p:nvSpPr>
          <p:cNvPr id="901" name="Google Shape;901;p20"/>
          <p:cNvSpPr txBox="1">
            <a:spLocks noGrp="1"/>
          </p:cNvSpPr>
          <p:nvPr>
            <p:ph type="subTitle" idx="3"/>
          </p:nvPr>
        </p:nvSpPr>
        <p:spPr>
          <a:xfrm>
            <a:off x="5992249" y="1551800"/>
            <a:ext cx="2282400" cy="42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endParaRPr/>
          </a:p>
        </p:txBody>
      </p:sp>
      <p:sp>
        <p:nvSpPr>
          <p:cNvPr id="902" name="Google Shape;902;p20"/>
          <p:cNvSpPr txBox="1">
            <a:spLocks noGrp="1"/>
          </p:cNvSpPr>
          <p:nvPr>
            <p:ph type="subTitle" idx="4"/>
          </p:nvPr>
        </p:nvSpPr>
        <p:spPr>
          <a:xfrm>
            <a:off x="869400" y="1973758"/>
            <a:ext cx="2282400" cy="19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03" name="Google Shape;903;p20"/>
          <p:cNvSpPr txBox="1">
            <a:spLocks noGrp="1"/>
          </p:cNvSpPr>
          <p:nvPr>
            <p:ph type="subTitle" idx="5"/>
          </p:nvPr>
        </p:nvSpPr>
        <p:spPr>
          <a:xfrm>
            <a:off x="3430810" y="1973600"/>
            <a:ext cx="2282400" cy="19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04" name="Google Shape;904;p20"/>
          <p:cNvSpPr txBox="1">
            <a:spLocks noGrp="1"/>
          </p:cNvSpPr>
          <p:nvPr>
            <p:ph type="subTitle" idx="6"/>
          </p:nvPr>
        </p:nvSpPr>
        <p:spPr>
          <a:xfrm>
            <a:off x="5992225" y="1973642"/>
            <a:ext cx="2282400" cy="19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05" name="Google Shape;905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06" name="Google Shape;906;p20"/>
          <p:cNvSpPr/>
          <p:nvPr/>
        </p:nvSpPr>
        <p:spPr>
          <a:xfrm rot="6317200">
            <a:off x="7753292" y="-1121196"/>
            <a:ext cx="3365090" cy="3705135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20"/>
          <p:cNvSpPr/>
          <p:nvPr/>
        </p:nvSpPr>
        <p:spPr>
          <a:xfrm rot="6256533">
            <a:off x="-2373557" y="2680802"/>
            <a:ext cx="4319032" cy="2721701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8" name="Google Shape;908;p20"/>
          <p:cNvGrpSpPr/>
          <p:nvPr/>
        </p:nvGrpSpPr>
        <p:grpSpPr>
          <a:xfrm rot="5400000">
            <a:off x="4483925" y="4608575"/>
            <a:ext cx="315575" cy="366750"/>
            <a:chOff x="8558925" y="4522650"/>
            <a:chExt cx="315575" cy="366750"/>
          </a:xfrm>
        </p:grpSpPr>
        <p:grpSp>
          <p:nvGrpSpPr>
            <p:cNvPr id="909" name="Google Shape;909;p20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910" name="Google Shape;910;p20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20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2" name="Google Shape;912;p20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913" name="Google Shape;913;p20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20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5" name="Google Shape;915;p20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916" name="Google Shape;916;p20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20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8" name="Google Shape;918;p20"/>
          <p:cNvGrpSpPr/>
          <p:nvPr/>
        </p:nvGrpSpPr>
        <p:grpSpPr>
          <a:xfrm rot="10800000" flipH="1">
            <a:off x="208200" y="783266"/>
            <a:ext cx="194400" cy="112209"/>
            <a:chOff x="265900" y="3852516"/>
            <a:chExt cx="194400" cy="112209"/>
          </a:xfrm>
        </p:grpSpPr>
        <p:sp>
          <p:nvSpPr>
            <p:cNvPr id="919" name="Google Shape;919;p20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0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1" name="Google Shape;921;p20"/>
          <p:cNvGrpSpPr/>
          <p:nvPr/>
        </p:nvGrpSpPr>
        <p:grpSpPr>
          <a:xfrm flipH="1">
            <a:off x="208198" y="4114456"/>
            <a:ext cx="438754" cy="772904"/>
            <a:chOff x="4950175" y="2998438"/>
            <a:chExt cx="88725" cy="156300"/>
          </a:xfrm>
        </p:grpSpPr>
        <p:sp>
          <p:nvSpPr>
            <p:cNvPr id="922" name="Google Shape;922;p20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20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0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0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0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0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0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0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0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0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0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0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0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0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0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0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0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0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0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0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0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0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0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0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0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0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0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0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0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0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0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0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0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0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0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0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8" name="Google Shape;958;p20"/>
          <p:cNvGrpSpPr/>
          <p:nvPr/>
        </p:nvGrpSpPr>
        <p:grpSpPr>
          <a:xfrm>
            <a:off x="8027788" y="-937400"/>
            <a:ext cx="1476900" cy="1476900"/>
            <a:chOff x="8632950" y="-311150"/>
            <a:chExt cx="1476900" cy="1476900"/>
          </a:xfrm>
        </p:grpSpPr>
        <p:sp>
          <p:nvSpPr>
            <p:cNvPr id="959" name="Google Shape;959;p20"/>
            <p:cNvSpPr/>
            <p:nvPr/>
          </p:nvSpPr>
          <p:spPr>
            <a:xfrm>
              <a:off x="8763750" y="-180350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0"/>
            <p:cNvSpPr/>
            <p:nvPr/>
          </p:nvSpPr>
          <p:spPr>
            <a:xfrm>
              <a:off x="8632950" y="-311150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1" name="Google Shape;961;p20"/>
          <p:cNvSpPr/>
          <p:nvPr/>
        </p:nvSpPr>
        <p:spPr>
          <a:xfrm rot="435267">
            <a:off x="7719471" y="4538535"/>
            <a:ext cx="1244549" cy="1240425"/>
          </a:xfrm>
          <a:custGeom>
            <a:avLst/>
            <a:gdLst/>
            <a:ahLst/>
            <a:cxnLst/>
            <a:rect l="l" t="t" r="r" b="b"/>
            <a:pathLst>
              <a:path w="28969" h="28873" extrusionOk="0">
                <a:moveTo>
                  <a:pt x="27814" y="0"/>
                </a:moveTo>
                <a:cubicBezTo>
                  <a:pt x="28075" y="0"/>
                  <a:pt x="28349" y="107"/>
                  <a:pt x="28552" y="310"/>
                </a:cubicBezTo>
                <a:cubicBezTo>
                  <a:pt x="28968" y="727"/>
                  <a:pt x="28968" y="1381"/>
                  <a:pt x="28552" y="1798"/>
                </a:cubicBezTo>
                <a:lnTo>
                  <a:pt x="1906" y="28456"/>
                </a:lnTo>
                <a:cubicBezTo>
                  <a:pt x="1489" y="28873"/>
                  <a:pt x="834" y="28873"/>
                  <a:pt x="417" y="28456"/>
                </a:cubicBezTo>
                <a:cubicBezTo>
                  <a:pt x="1" y="28039"/>
                  <a:pt x="1" y="27385"/>
                  <a:pt x="417" y="26968"/>
                </a:cubicBezTo>
                <a:lnTo>
                  <a:pt x="27063" y="310"/>
                </a:lnTo>
                <a:cubicBezTo>
                  <a:pt x="27278" y="107"/>
                  <a:pt x="27552" y="0"/>
                  <a:pt x="27814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62" name="Google Shape;962;p20"/>
          <p:cNvCxnSpPr/>
          <p:nvPr/>
        </p:nvCxnSpPr>
        <p:spPr>
          <a:xfrm rot="436104" flipH="1">
            <a:off x="7796151" y="4685478"/>
            <a:ext cx="713735" cy="70071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63" name="Google Shape;963;p20"/>
          <p:cNvSpPr/>
          <p:nvPr/>
        </p:nvSpPr>
        <p:spPr>
          <a:xfrm rot="5400000" flipH="1">
            <a:off x="8802568" y="3080825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21"/>
          <p:cNvSpPr txBox="1">
            <a:spLocks noGrp="1"/>
          </p:cNvSpPr>
          <p:nvPr>
            <p:ph type="ctrTitle"/>
          </p:nvPr>
        </p:nvSpPr>
        <p:spPr>
          <a:xfrm>
            <a:off x="2918300" y="540000"/>
            <a:ext cx="3307500" cy="10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966" name="Google Shape;966;p21"/>
          <p:cNvSpPr txBox="1">
            <a:spLocks noGrp="1"/>
          </p:cNvSpPr>
          <p:nvPr>
            <p:ph type="subTitle" idx="1"/>
          </p:nvPr>
        </p:nvSpPr>
        <p:spPr>
          <a:xfrm>
            <a:off x="2918200" y="1676300"/>
            <a:ext cx="33075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67" name="Google Shape;967;p21"/>
          <p:cNvSpPr txBox="1">
            <a:spLocks noGrp="1"/>
          </p:cNvSpPr>
          <p:nvPr>
            <p:ph type="subTitle" idx="2"/>
          </p:nvPr>
        </p:nvSpPr>
        <p:spPr>
          <a:xfrm>
            <a:off x="2918200" y="2080833"/>
            <a:ext cx="33075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68" name="Google Shape;968;p21"/>
          <p:cNvSpPr txBox="1"/>
          <p:nvPr/>
        </p:nvSpPr>
        <p:spPr>
          <a:xfrm>
            <a:off x="1702675" y="3536525"/>
            <a:ext cx="5738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69" name="Google Shape;969;p21"/>
          <p:cNvSpPr/>
          <p:nvPr/>
        </p:nvSpPr>
        <p:spPr>
          <a:xfrm rot="-9899986">
            <a:off x="7763302" y="2137980"/>
            <a:ext cx="3365104" cy="3705151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21"/>
          <p:cNvSpPr/>
          <p:nvPr/>
        </p:nvSpPr>
        <p:spPr>
          <a:xfrm rot="3600027" flipH="1">
            <a:off x="-1547130" y="780284"/>
            <a:ext cx="4131850" cy="2603746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1" name="Google Shape;971;p21"/>
          <p:cNvGrpSpPr/>
          <p:nvPr/>
        </p:nvGrpSpPr>
        <p:grpSpPr>
          <a:xfrm rot="10800000" flipH="1">
            <a:off x="4345700" y="4832766"/>
            <a:ext cx="194400" cy="112209"/>
            <a:chOff x="265900" y="3852516"/>
            <a:chExt cx="194400" cy="112209"/>
          </a:xfrm>
        </p:grpSpPr>
        <p:sp>
          <p:nvSpPr>
            <p:cNvPr id="972" name="Google Shape;972;p21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1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4" name="Google Shape;974;p21"/>
          <p:cNvSpPr/>
          <p:nvPr/>
        </p:nvSpPr>
        <p:spPr>
          <a:xfrm rot="435267">
            <a:off x="7414497" y="-474140"/>
            <a:ext cx="1244549" cy="1240425"/>
          </a:xfrm>
          <a:custGeom>
            <a:avLst/>
            <a:gdLst/>
            <a:ahLst/>
            <a:cxnLst/>
            <a:rect l="l" t="t" r="r" b="b"/>
            <a:pathLst>
              <a:path w="28969" h="28873" extrusionOk="0">
                <a:moveTo>
                  <a:pt x="27814" y="0"/>
                </a:moveTo>
                <a:cubicBezTo>
                  <a:pt x="28075" y="0"/>
                  <a:pt x="28349" y="107"/>
                  <a:pt x="28552" y="310"/>
                </a:cubicBezTo>
                <a:cubicBezTo>
                  <a:pt x="28968" y="727"/>
                  <a:pt x="28968" y="1381"/>
                  <a:pt x="28552" y="1798"/>
                </a:cubicBezTo>
                <a:lnTo>
                  <a:pt x="1906" y="28456"/>
                </a:lnTo>
                <a:cubicBezTo>
                  <a:pt x="1489" y="28873"/>
                  <a:pt x="834" y="28873"/>
                  <a:pt x="417" y="28456"/>
                </a:cubicBezTo>
                <a:cubicBezTo>
                  <a:pt x="1" y="28039"/>
                  <a:pt x="1" y="27385"/>
                  <a:pt x="417" y="26968"/>
                </a:cubicBezTo>
                <a:lnTo>
                  <a:pt x="27063" y="310"/>
                </a:lnTo>
                <a:cubicBezTo>
                  <a:pt x="27278" y="107"/>
                  <a:pt x="27552" y="0"/>
                  <a:pt x="27814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50000">
                <a:schemeClr val="dk2"/>
              </a:gs>
              <a:gs pos="100000">
                <a:schemeClr val="l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5" name="Google Shape;975;p21"/>
          <p:cNvGrpSpPr/>
          <p:nvPr/>
        </p:nvGrpSpPr>
        <p:grpSpPr>
          <a:xfrm>
            <a:off x="8650138" y="4120884"/>
            <a:ext cx="361129" cy="3106418"/>
            <a:chOff x="6317900" y="1197313"/>
            <a:chExt cx="180700" cy="1554375"/>
          </a:xfrm>
        </p:grpSpPr>
        <p:sp>
          <p:nvSpPr>
            <p:cNvPr id="976" name="Google Shape;976;p21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1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1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1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21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1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82" name="Google Shape;982;p21"/>
          <p:cNvCxnSpPr/>
          <p:nvPr/>
        </p:nvCxnSpPr>
        <p:spPr>
          <a:xfrm rot="436104" flipH="1">
            <a:off x="7939026" y="-138003"/>
            <a:ext cx="713735" cy="70071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83" name="Google Shape;983;p21"/>
          <p:cNvSpPr/>
          <p:nvPr/>
        </p:nvSpPr>
        <p:spPr>
          <a:xfrm rot="435267">
            <a:off x="751009" y="4682185"/>
            <a:ext cx="1244549" cy="1240425"/>
          </a:xfrm>
          <a:custGeom>
            <a:avLst/>
            <a:gdLst/>
            <a:ahLst/>
            <a:cxnLst/>
            <a:rect l="l" t="t" r="r" b="b"/>
            <a:pathLst>
              <a:path w="28969" h="28873" extrusionOk="0">
                <a:moveTo>
                  <a:pt x="27814" y="0"/>
                </a:moveTo>
                <a:cubicBezTo>
                  <a:pt x="28075" y="0"/>
                  <a:pt x="28349" y="107"/>
                  <a:pt x="28552" y="310"/>
                </a:cubicBezTo>
                <a:cubicBezTo>
                  <a:pt x="28968" y="727"/>
                  <a:pt x="28968" y="1381"/>
                  <a:pt x="28552" y="1798"/>
                </a:cubicBezTo>
                <a:lnTo>
                  <a:pt x="1906" y="28456"/>
                </a:lnTo>
                <a:cubicBezTo>
                  <a:pt x="1489" y="28873"/>
                  <a:pt x="834" y="28873"/>
                  <a:pt x="417" y="28456"/>
                </a:cubicBezTo>
                <a:cubicBezTo>
                  <a:pt x="1" y="28039"/>
                  <a:pt x="1" y="27385"/>
                  <a:pt x="417" y="26968"/>
                </a:cubicBezTo>
                <a:lnTo>
                  <a:pt x="27063" y="310"/>
                </a:lnTo>
                <a:cubicBezTo>
                  <a:pt x="27278" y="107"/>
                  <a:pt x="27552" y="0"/>
                  <a:pt x="27814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50000">
                <a:schemeClr val="dk2"/>
              </a:gs>
              <a:gs pos="100000">
                <a:schemeClr val="l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84" name="Google Shape;984;p21"/>
          <p:cNvCxnSpPr/>
          <p:nvPr/>
        </p:nvCxnSpPr>
        <p:spPr>
          <a:xfrm rot="436104" flipH="1">
            <a:off x="789539" y="4875122"/>
            <a:ext cx="713735" cy="70071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85" name="Google Shape;985;p21"/>
          <p:cNvGrpSpPr/>
          <p:nvPr/>
        </p:nvGrpSpPr>
        <p:grpSpPr>
          <a:xfrm rot="10800000">
            <a:off x="154663" y="-1652004"/>
            <a:ext cx="361129" cy="3106418"/>
            <a:chOff x="6317900" y="1197313"/>
            <a:chExt cx="180700" cy="1554375"/>
          </a:xfrm>
        </p:grpSpPr>
        <p:sp>
          <p:nvSpPr>
            <p:cNvPr id="986" name="Google Shape;986;p21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1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21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1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21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21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22"/>
          <p:cNvSpPr/>
          <p:nvPr/>
        </p:nvSpPr>
        <p:spPr>
          <a:xfrm rot="-1799972">
            <a:off x="-2090395" y="-155613"/>
            <a:ext cx="3365100" cy="3705147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22"/>
          <p:cNvSpPr/>
          <p:nvPr/>
        </p:nvSpPr>
        <p:spPr>
          <a:xfrm rot="9000028">
            <a:off x="7870761" y="2012568"/>
            <a:ext cx="3365100" cy="3705147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5" name="Google Shape;995;p22"/>
          <p:cNvGrpSpPr/>
          <p:nvPr/>
        </p:nvGrpSpPr>
        <p:grpSpPr>
          <a:xfrm>
            <a:off x="247775" y="4241825"/>
            <a:ext cx="315575" cy="366750"/>
            <a:chOff x="8558925" y="4522650"/>
            <a:chExt cx="315575" cy="366750"/>
          </a:xfrm>
        </p:grpSpPr>
        <p:grpSp>
          <p:nvGrpSpPr>
            <p:cNvPr id="996" name="Google Shape;996;p22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997" name="Google Shape;997;p22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22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9" name="Google Shape;999;p22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1000" name="Google Shape;1000;p22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22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2" name="Google Shape;1002;p22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1003" name="Google Shape;1003;p22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22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05" name="Google Shape;1005;p22"/>
          <p:cNvGrpSpPr/>
          <p:nvPr/>
        </p:nvGrpSpPr>
        <p:grpSpPr>
          <a:xfrm flipH="1">
            <a:off x="8729625" y="951866"/>
            <a:ext cx="194400" cy="112209"/>
            <a:chOff x="265900" y="3852516"/>
            <a:chExt cx="194400" cy="112209"/>
          </a:xfrm>
        </p:grpSpPr>
        <p:sp>
          <p:nvSpPr>
            <p:cNvPr id="1006" name="Google Shape;1006;p22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2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8" name="Google Shape;1008;p22"/>
          <p:cNvGrpSpPr/>
          <p:nvPr/>
        </p:nvGrpSpPr>
        <p:grpSpPr>
          <a:xfrm>
            <a:off x="-763675" y="-500525"/>
            <a:ext cx="1476900" cy="1476900"/>
            <a:chOff x="8632950" y="-311150"/>
            <a:chExt cx="1476900" cy="1476900"/>
          </a:xfrm>
        </p:grpSpPr>
        <p:sp>
          <p:nvSpPr>
            <p:cNvPr id="1009" name="Google Shape;1009;p22"/>
            <p:cNvSpPr/>
            <p:nvPr/>
          </p:nvSpPr>
          <p:spPr>
            <a:xfrm>
              <a:off x="8763750" y="-180350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2"/>
            <p:cNvSpPr/>
            <p:nvPr/>
          </p:nvSpPr>
          <p:spPr>
            <a:xfrm>
              <a:off x="8632950" y="-311150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1" name="Google Shape;1011;p22"/>
          <p:cNvGrpSpPr/>
          <p:nvPr/>
        </p:nvGrpSpPr>
        <p:grpSpPr>
          <a:xfrm>
            <a:off x="8430775" y="4167100"/>
            <a:ext cx="1476900" cy="1476900"/>
            <a:chOff x="8632950" y="-311150"/>
            <a:chExt cx="1476900" cy="1476900"/>
          </a:xfrm>
        </p:grpSpPr>
        <p:sp>
          <p:nvSpPr>
            <p:cNvPr id="1012" name="Google Shape;1012;p22"/>
            <p:cNvSpPr/>
            <p:nvPr/>
          </p:nvSpPr>
          <p:spPr>
            <a:xfrm>
              <a:off x="8763750" y="-180350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2"/>
            <p:cNvSpPr/>
            <p:nvPr/>
          </p:nvSpPr>
          <p:spPr>
            <a:xfrm>
              <a:off x="8632950" y="-311150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4" name="Google Shape;1014;p22"/>
          <p:cNvGrpSpPr/>
          <p:nvPr/>
        </p:nvGrpSpPr>
        <p:grpSpPr>
          <a:xfrm>
            <a:off x="3529283" y="4464921"/>
            <a:ext cx="1540684" cy="1387652"/>
            <a:chOff x="3632834" y="4464921"/>
            <a:chExt cx="1540684" cy="1387652"/>
          </a:xfrm>
        </p:grpSpPr>
        <p:sp>
          <p:nvSpPr>
            <p:cNvPr id="1015" name="Google Shape;1015;p22"/>
            <p:cNvSpPr/>
            <p:nvPr/>
          </p:nvSpPr>
          <p:spPr>
            <a:xfrm rot="435267">
              <a:off x="3706171" y="4538535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16" name="Google Shape;1016;p22"/>
            <p:cNvCxnSpPr/>
            <p:nvPr/>
          </p:nvCxnSpPr>
          <p:spPr>
            <a:xfrm rot="436104" flipH="1">
              <a:off x="4418401" y="468547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23"/>
          <p:cNvSpPr/>
          <p:nvPr/>
        </p:nvSpPr>
        <p:spPr>
          <a:xfrm rot="9900003">
            <a:off x="-1712038" y="-1039067"/>
            <a:ext cx="4319015" cy="2721691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50000">
                <a:schemeClr val="dk2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23"/>
          <p:cNvSpPr/>
          <p:nvPr/>
        </p:nvSpPr>
        <p:spPr>
          <a:xfrm rot="5400000">
            <a:off x="7353835" y="-1492291"/>
            <a:ext cx="2790574" cy="3072505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0" name="Google Shape;1020;p23"/>
          <p:cNvGrpSpPr/>
          <p:nvPr/>
        </p:nvGrpSpPr>
        <p:grpSpPr>
          <a:xfrm>
            <a:off x="-827467" y="4151471"/>
            <a:ext cx="1540684" cy="1387652"/>
            <a:chOff x="3632834" y="4464921"/>
            <a:chExt cx="1540684" cy="1387652"/>
          </a:xfrm>
        </p:grpSpPr>
        <p:sp>
          <p:nvSpPr>
            <p:cNvPr id="1021" name="Google Shape;1021;p23"/>
            <p:cNvSpPr/>
            <p:nvPr/>
          </p:nvSpPr>
          <p:spPr>
            <a:xfrm rot="435267">
              <a:off x="3706171" y="4538535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22" name="Google Shape;1022;p23"/>
            <p:cNvCxnSpPr/>
            <p:nvPr/>
          </p:nvCxnSpPr>
          <p:spPr>
            <a:xfrm rot="436104" flipH="1">
              <a:off x="4418401" y="468547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23" name="Google Shape;1023;p23"/>
          <p:cNvGrpSpPr/>
          <p:nvPr/>
        </p:nvGrpSpPr>
        <p:grpSpPr>
          <a:xfrm>
            <a:off x="7893908" y="4151471"/>
            <a:ext cx="1540684" cy="1387652"/>
            <a:chOff x="3632834" y="4464921"/>
            <a:chExt cx="1540684" cy="1387652"/>
          </a:xfrm>
        </p:grpSpPr>
        <p:sp>
          <p:nvSpPr>
            <p:cNvPr id="1024" name="Google Shape;1024;p23"/>
            <p:cNvSpPr/>
            <p:nvPr/>
          </p:nvSpPr>
          <p:spPr>
            <a:xfrm rot="435267">
              <a:off x="3706171" y="4538535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25" name="Google Shape;1025;p23"/>
            <p:cNvCxnSpPr/>
            <p:nvPr/>
          </p:nvCxnSpPr>
          <p:spPr>
            <a:xfrm rot="436104" flipH="1">
              <a:off x="4418401" y="468547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26" name="Google Shape;1026;p23"/>
          <p:cNvGrpSpPr/>
          <p:nvPr/>
        </p:nvGrpSpPr>
        <p:grpSpPr>
          <a:xfrm rot="10800000" flipH="1">
            <a:off x="8625038" y="-1089991"/>
            <a:ext cx="361129" cy="3106418"/>
            <a:chOff x="6317900" y="1197313"/>
            <a:chExt cx="180700" cy="1554375"/>
          </a:xfrm>
        </p:grpSpPr>
        <p:sp>
          <p:nvSpPr>
            <p:cNvPr id="1027" name="Google Shape;1027;p23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23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3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3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23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3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3" name="Google Shape;1033;p23"/>
          <p:cNvGrpSpPr/>
          <p:nvPr/>
        </p:nvGrpSpPr>
        <p:grpSpPr>
          <a:xfrm rot="10800000">
            <a:off x="157813" y="-1894141"/>
            <a:ext cx="361129" cy="3106418"/>
            <a:chOff x="6317900" y="1197313"/>
            <a:chExt cx="180700" cy="1554375"/>
          </a:xfrm>
        </p:grpSpPr>
        <p:sp>
          <p:nvSpPr>
            <p:cNvPr id="1034" name="Google Shape;1034;p23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23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3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3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3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23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0" name="Google Shape;1040;p23"/>
          <p:cNvGrpSpPr/>
          <p:nvPr/>
        </p:nvGrpSpPr>
        <p:grpSpPr>
          <a:xfrm rot="-5400000">
            <a:off x="8647825" y="2989950"/>
            <a:ext cx="315575" cy="366750"/>
            <a:chOff x="8558925" y="4522650"/>
            <a:chExt cx="315575" cy="366750"/>
          </a:xfrm>
        </p:grpSpPr>
        <p:grpSp>
          <p:nvGrpSpPr>
            <p:cNvPr id="1041" name="Google Shape;1041;p23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1042" name="Google Shape;1042;p2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2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4" name="Google Shape;1044;p23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1045" name="Google Shape;1045;p2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2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7" name="Google Shape;1047;p23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1048" name="Google Shape;1048;p2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2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50" name="Google Shape;1050;p23"/>
          <p:cNvGrpSpPr/>
          <p:nvPr/>
        </p:nvGrpSpPr>
        <p:grpSpPr>
          <a:xfrm rot="10800000" flipH="1">
            <a:off x="208200" y="3117216"/>
            <a:ext cx="194400" cy="112209"/>
            <a:chOff x="265900" y="3852516"/>
            <a:chExt cx="194400" cy="112209"/>
          </a:xfrm>
        </p:grpSpPr>
        <p:sp>
          <p:nvSpPr>
            <p:cNvPr id="1051" name="Google Shape;1051;p23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3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Condensed SemiBold"/>
              <a:buNone/>
              <a:defRPr sz="24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6" r:id="rId12"/>
    <p:sldLayoutId id="2147483667" r:id="rId13"/>
    <p:sldLayoutId id="2147483668" r:id="rId14"/>
    <p:sldLayoutId id="2147483669" r:id="rId15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2E7E"/>
        </a:solidFill>
        <a:effectLst/>
      </p:bgPr>
    </p:bg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7"/>
          <p:cNvSpPr txBox="1">
            <a:spLocks noGrp="1"/>
          </p:cNvSpPr>
          <p:nvPr>
            <p:ph type="ctrTitle"/>
          </p:nvPr>
        </p:nvSpPr>
        <p:spPr>
          <a:xfrm>
            <a:off x="609599" y="1868336"/>
            <a:ext cx="7927181" cy="12788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600" dirty="0"/>
              <a:t>Real-Time Production Line Sensor Dashboard</a:t>
            </a:r>
            <a:br>
              <a:rPr lang="en" dirty="0"/>
            </a:br>
            <a:r>
              <a:rPr lang="en-US" sz="2400" dirty="0"/>
              <a:t>Si-Ware Systems – Product Engineer Technical Assessment</a:t>
            </a:r>
            <a:endParaRPr dirty="0"/>
          </a:p>
        </p:txBody>
      </p:sp>
      <p:sp>
        <p:nvSpPr>
          <p:cNvPr id="1064" name="Google Shape;1064;p27"/>
          <p:cNvSpPr txBox="1">
            <a:spLocks noGrp="1"/>
          </p:cNvSpPr>
          <p:nvPr>
            <p:ph type="subTitle" idx="1"/>
          </p:nvPr>
        </p:nvSpPr>
        <p:spPr>
          <a:xfrm>
            <a:off x="2111037" y="3298362"/>
            <a:ext cx="48924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Gehad Mohamed Hassan</a:t>
            </a:r>
            <a:endParaRPr dirty="0"/>
          </a:p>
        </p:txBody>
      </p:sp>
      <p:grpSp>
        <p:nvGrpSpPr>
          <p:cNvPr id="1065" name="Google Shape;1065;p27"/>
          <p:cNvGrpSpPr/>
          <p:nvPr/>
        </p:nvGrpSpPr>
        <p:grpSpPr>
          <a:xfrm>
            <a:off x="1117899" y="676118"/>
            <a:ext cx="438754" cy="772904"/>
            <a:chOff x="4950175" y="2998438"/>
            <a:chExt cx="88725" cy="156300"/>
          </a:xfrm>
        </p:grpSpPr>
        <p:sp>
          <p:nvSpPr>
            <p:cNvPr id="1066" name="Google Shape;1066;p27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7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27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27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27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27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27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27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27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27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27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27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27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27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27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27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27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27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27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27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27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7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7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7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7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7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7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7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7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7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7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7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7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27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27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7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02" name="Google Shape;1102;p27"/>
          <p:cNvCxnSpPr/>
          <p:nvPr/>
        </p:nvCxnSpPr>
        <p:spPr>
          <a:xfrm>
            <a:off x="3828618" y="3147174"/>
            <a:ext cx="1215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03" name="Google Shape;1103;p27"/>
          <p:cNvGrpSpPr/>
          <p:nvPr/>
        </p:nvGrpSpPr>
        <p:grpSpPr>
          <a:xfrm>
            <a:off x="6143125" y="4405925"/>
            <a:ext cx="315575" cy="366750"/>
            <a:chOff x="6143125" y="4405925"/>
            <a:chExt cx="315575" cy="366750"/>
          </a:xfrm>
        </p:grpSpPr>
        <p:grpSp>
          <p:nvGrpSpPr>
            <p:cNvPr id="1104" name="Google Shape;1104;p27"/>
            <p:cNvGrpSpPr/>
            <p:nvPr/>
          </p:nvGrpSpPr>
          <p:grpSpPr>
            <a:xfrm>
              <a:off x="6351500" y="4405925"/>
              <a:ext cx="107200" cy="107175"/>
              <a:chOff x="4125350" y="1946513"/>
              <a:chExt cx="107200" cy="107175"/>
            </a:xfrm>
          </p:grpSpPr>
          <p:sp>
            <p:nvSpPr>
              <p:cNvPr id="1105" name="Google Shape;1105;p27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27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7" name="Google Shape;1107;p27"/>
            <p:cNvGrpSpPr/>
            <p:nvPr/>
          </p:nvGrpSpPr>
          <p:grpSpPr>
            <a:xfrm>
              <a:off x="6143125" y="4513100"/>
              <a:ext cx="107200" cy="107175"/>
              <a:chOff x="4125350" y="1946513"/>
              <a:chExt cx="107200" cy="107175"/>
            </a:xfrm>
          </p:grpSpPr>
          <p:sp>
            <p:nvSpPr>
              <p:cNvPr id="1108" name="Google Shape;1108;p27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27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10" name="Google Shape;1110;p27"/>
            <p:cNvGrpSpPr/>
            <p:nvPr/>
          </p:nvGrpSpPr>
          <p:grpSpPr>
            <a:xfrm>
              <a:off x="6295525" y="4665500"/>
              <a:ext cx="107200" cy="107175"/>
              <a:chOff x="4125350" y="1946513"/>
              <a:chExt cx="107200" cy="107175"/>
            </a:xfrm>
          </p:grpSpPr>
          <p:sp>
            <p:nvSpPr>
              <p:cNvPr id="1111" name="Google Shape;1111;p27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27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0">
          <a:extLst>
            <a:ext uri="{FF2B5EF4-FFF2-40B4-BE49-F238E27FC236}">
              <a16:creationId xmlns:a16="http://schemas.microsoft.com/office/drawing/2014/main" id="{02DA114D-71BF-B87C-5B9F-7ECF95BF6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30">
            <a:extLst>
              <a:ext uri="{FF2B5EF4-FFF2-40B4-BE49-F238E27FC236}">
                <a16:creationId xmlns:a16="http://schemas.microsoft.com/office/drawing/2014/main" id="{0DD53E5E-283B-651F-75D6-46EDB815EF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44450" y="1270400"/>
            <a:ext cx="4055100" cy="8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PROBLEM STATEMENT</a:t>
            </a:r>
            <a:endParaRPr dirty="0">
              <a:solidFill>
                <a:srgbClr val="A8C3EA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cxnSp>
        <p:nvCxnSpPr>
          <p:cNvPr id="1182" name="Google Shape;1182;p30">
            <a:extLst>
              <a:ext uri="{FF2B5EF4-FFF2-40B4-BE49-F238E27FC236}">
                <a16:creationId xmlns:a16="http://schemas.microsoft.com/office/drawing/2014/main" id="{2A6BA1A4-E3AF-CD04-60BC-691D22006993}"/>
              </a:ext>
            </a:extLst>
          </p:cNvPr>
          <p:cNvCxnSpPr/>
          <p:nvPr/>
        </p:nvCxnSpPr>
        <p:spPr>
          <a:xfrm>
            <a:off x="3964350" y="2206528"/>
            <a:ext cx="1215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83" name="Google Shape;1183;p30">
            <a:extLst>
              <a:ext uri="{FF2B5EF4-FFF2-40B4-BE49-F238E27FC236}">
                <a16:creationId xmlns:a16="http://schemas.microsoft.com/office/drawing/2014/main" id="{34902C11-9C49-E148-81A8-1E1ED3EFBF57}"/>
              </a:ext>
            </a:extLst>
          </p:cNvPr>
          <p:cNvGrpSpPr/>
          <p:nvPr/>
        </p:nvGrpSpPr>
        <p:grpSpPr>
          <a:xfrm>
            <a:off x="4522375" y="4341025"/>
            <a:ext cx="315575" cy="366750"/>
            <a:chOff x="8558925" y="4522650"/>
            <a:chExt cx="315575" cy="366750"/>
          </a:xfrm>
        </p:grpSpPr>
        <p:grpSp>
          <p:nvGrpSpPr>
            <p:cNvPr id="1184" name="Google Shape;1184;p30">
              <a:extLst>
                <a:ext uri="{FF2B5EF4-FFF2-40B4-BE49-F238E27FC236}">
                  <a16:creationId xmlns:a16="http://schemas.microsoft.com/office/drawing/2014/main" id="{78C93640-5F2D-2EB5-7D08-B52A76C54DD5}"/>
                </a:ext>
              </a:extLst>
            </p:cNvPr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1185" name="Google Shape;1185;p30">
                <a:extLst>
                  <a:ext uri="{FF2B5EF4-FFF2-40B4-BE49-F238E27FC236}">
                    <a16:creationId xmlns:a16="http://schemas.microsoft.com/office/drawing/2014/main" id="{5F86CA22-236F-C514-2EE0-12E7649994C7}"/>
                  </a:ext>
                </a:extLst>
              </p:cNvPr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30">
                <a:extLst>
                  <a:ext uri="{FF2B5EF4-FFF2-40B4-BE49-F238E27FC236}">
                    <a16:creationId xmlns:a16="http://schemas.microsoft.com/office/drawing/2014/main" id="{DDDA82A1-5335-8F95-5A92-BDD8EA113272}"/>
                  </a:ext>
                </a:extLst>
              </p:cNvPr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7" name="Google Shape;1187;p30">
              <a:extLst>
                <a:ext uri="{FF2B5EF4-FFF2-40B4-BE49-F238E27FC236}">
                  <a16:creationId xmlns:a16="http://schemas.microsoft.com/office/drawing/2014/main" id="{5F58EDC2-FC43-5E59-04DB-EA42A3860CF7}"/>
                </a:ext>
              </a:extLst>
            </p:cNvPr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1188" name="Google Shape;1188;p30">
                <a:extLst>
                  <a:ext uri="{FF2B5EF4-FFF2-40B4-BE49-F238E27FC236}">
                    <a16:creationId xmlns:a16="http://schemas.microsoft.com/office/drawing/2014/main" id="{77A486E2-BB25-7D21-B825-72600771A29F}"/>
                  </a:ext>
                </a:extLst>
              </p:cNvPr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30">
                <a:extLst>
                  <a:ext uri="{FF2B5EF4-FFF2-40B4-BE49-F238E27FC236}">
                    <a16:creationId xmlns:a16="http://schemas.microsoft.com/office/drawing/2014/main" id="{E72670D1-8E33-048A-E171-CF7AF525D1B1}"/>
                  </a:ext>
                </a:extLst>
              </p:cNvPr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90" name="Google Shape;1190;p30">
              <a:extLst>
                <a:ext uri="{FF2B5EF4-FFF2-40B4-BE49-F238E27FC236}">
                  <a16:creationId xmlns:a16="http://schemas.microsoft.com/office/drawing/2014/main" id="{C5BDFA8A-5C4C-5E31-754D-BDC5BA7CF90D}"/>
                </a:ext>
              </a:extLst>
            </p:cNvPr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1191" name="Google Shape;1191;p30">
                <a:extLst>
                  <a:ext uri="{FF2B5EF4-FFF2-40B4-BE49-F238E27FC236}">
                    <a16:creationId xmlns:a16="http://schemas.microsoft.com/office/drawing/2014/main" id="{28BB2BEF-7569-6262-6EF7-4EC0CE9024A2}"/>
                  </a:ext>
                </a:extLst>
              </p:cNvPr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30">
                <a:extLst>
                  <a:ext uri="{FF2B5EF4-FFF2-40B4-BE49-F238E27FC236}">
                    <a16:creationId xmlns:a16="http://schemas.microsoft.com/office/drawing/2014/main" id="{5F48674A-754F-82B1-FCDF-AB9C888C7E2A}"/>
                  </a:ext>
                </a:extLst>
              </p:cNvPr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93" name="Google Shape;1193;p30">
            <a:extLst>
              <a:ext uri="{FF2B5EF4-FFF2-40B4-BE49-F238E27FC236}">
                <a16:creationId xmlns:a16="http://schemas.microsoft.com/office/drawing/2014/main" id="{6E2DEA33-50E7-F0A6-8876-BA34343BAE40}"/>
              </a:ext>
            </a:extLst>
          </p:cNvPr>
          <p:cNvGrpSpPr/>
          <p:nvPr/>
        </p:nvGrpSpPr>
        <p:grpSpPr>
          <a:xfrm>
            <a:off x="7732699" y="299993"/>
            <a:ext cx="438754" cy="772904"/>
            <a:chOff x="4950175" y="2998438"/>
            <a:chExt cx="88725" cy="156300"/>
          </a:xfrm>
        </p:grpSpPr>
        <p:sp>
          <p:nvSpPr>
            <p:cNvPr id="1194" name="Google Shape;1194;p30">
              <a:extLst>
                <a:ext uri="{FF2B5EF4-FFF2-40B4-BE49-F238E27FC236}">
                  <a16:creationId xmlns:a16="http://schemas.microsoft.com/office/drawing/2014/main" id="{4CCACD7E-34D1-15E7-B4EB-F01E3A62DEDC}"/>
                </a:ext>
              </a:extLst>
            </p:cNvPr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0">
              <a:extLst>
                <a:ext uri="{FF2B5EF4-FFF2-40B4-BE49-F238E27FC236}">
                  <a16:creationId xmlns:a16="http://schemas.microsoft.com/office/drawing/2014/main" id="{3D65DEF0-EA2F-82ED-9597-818170687C16}"/>
                </a:ext>
              </a:extLst>
            </p:cNvPr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0">
              <a:extLst>
                <a:ext uri="{FF2B5EF4-FFF2-40B4-BE49-F238E27FC236}">
                  <a16:creationId xmlns:a16="http://schemas.microsoft.com/office/drawing/2014/main" id="{B6801683-CB92-1610-88DC-88C627D606CB}"/>
                </a:ext>
              </a:extLst>
            </p:cNvPr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0">
              <a:extLst>
                <a:ext uri="{FF2B5EF4-FFF2-40B4-BE49-F238E27FC236}">
                  <a16:creationId xmlns:a16="http://schemas.microsoft.com/office/drawing/2014/main" id="{AEE3337B-9E6E-A6D5-D45D-E5AA039806E4}"/>
                </a:ext>
              </a:extLst>
            </p:cNvPr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0">
              <a:extLst>
                <a:ext uri="{FF2B5EF4-FFF2-40B4-BE49-F238E27FC236}">
                  <a16:creationId xmlns:a16="http://schemas.microsoft.com/office/drawing/2014/main" id="{868E6F1D-D6C5-A164-76FA-73E800D5DC5E}"/>
                </a:ext>
              </a:extLst>
            </p:cNvPr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0">
              <a:extLst>
                <a:ext uri="{FF2B5EF4-FFF2-40B4-BE49-F238E27FC236}">
                  <a16:creationId xmlns:a16="http://schemas.microsoft.com/office/drawing/2014/main" id="{075862F3-1BCC-A4BC-9254-86FED02E57C7}"/>
                </a:ext>
              </a:extLst>
            </p:cNvPr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0">
              <a:extLst>
                <a:ext uri="{FF2B5EF4-FFF2-40B4-BE49-F238E27FC236}">
                  <a16:creationId xmlns:a16="http://schemas.microsoft.com/office/drawing/2014/main" id="{FF58F400-0472-F9D2-FD22-69B7C5EC42C9}"/>
                </a:ext>
              </a:extLst>
            </p:cNvPr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0">
              <a:extLst>
                <a:ext uri="{FF2B5EF4-FFF2-40B4-BE49-F238E27FC236}">
                  <a16:creationId xmlns:a16="http://schemas.microsoft.com/office/drawing/2014/main" id="{F5D8CE69-7E5A-75DE-FD2D-BE19B835E716}"/>
                </a:ext>
              </a:extLst>
            </p:cNvPr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0">
              <a:extLst>
                <a:ext uri="{FF2B5EF4-FFF2-40B4-BE49-F238E27FC236}">
                  <a16:creationId xmlns:a16="http://schemas.microsoft.com/office/drawing/2014/main" id="{6B1319F0-8A0E-956C-4C24-7922D840CFAB}"/>
                </a:ext>
              </a:extLst>
            </p:cNvPr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0">
              <a:extLst>
                <a:ext uri="{FF2B5EF4-FFF2-40B4-BE49-F238E27FC236}">
                  <a16:creationId xmlns:a16="http://schemas.microsoft.com/office/drawing/2014/main" id="{DED45967-D0AD-39D5-3D94-67E771EA51B7}"/>
                </a:ext>
              </a:extLst>
            </p:cNvPr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0">
              <a:extLst>
                <a:ext uri="{FF2B5EF4-FFF2-40B4-BE49-F238E27FC236}">
                  <a16:creationId xmlns:a16="http://schemas.microsoft.com/office/drawing/2014/main" id="{BCAAE501-FAA9-09BB-99E6-C5BDDAE53D7A}"/>
                </a:ext>
              </a:extLst>
            </p:cNvPr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0">
              <a:extLst>
                <a:ext uri="{FF2B5EF4-FFF2-40B4-BE49-F238E27FC236}">
                  <a16:creationId xmlns:a16="http://schemas.microsoft.com/office/drawing/2014/main" id="{0631B38E-36CD-1C2E-7BD2-8DE250314C96}"/>
                </a:ext>
              </a:extLst>
            </p:cNvPr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0">
              <a:extLst>
                <a:ext uri="{FF2B5EF4-FFF2-40B4-BE49-F238E27FC236}">
                  <a16:creationId xmlns:a16="http://schemas.microsoft.com/office/drawing/2014/main" id="{0CB8A7C4-34B5-11AE-B0AF-5F59F0CD21F7}"/>
                </a:ext>
              </a:extLst>
            </p:cNvPr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0">
              <a:extLst>
                <a:ext uri="{FF2B5EF4-FFF2-40B4-BE49-F238E27FC236}">
                  <a16:creationId xmlns:a16="http://schemas.microsoft.com/office/drawing/2014/main" id="{99E45972-497E-8413-1DF0-E210945FC051}"/>
                </a:ext>
              </a:extLst>
            </p:cNvPr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0">
              <a:extLst>
                <a:ext uri="{FF2B5EF4-FFF2-40B4-BE49-F238E27FC236}">
                  <a16:creationId xmlns:a16="http://schemas.microsoft.com/office/drawing/2014/main" id="{D64DC79C-6D76-F196-320B-71511B9E1C5F}"/>
                </a:ext>
              </a:extLst>
            </p:cNvPr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0">
              <a:extLst>
                <a:ext uri="{FF2B5EF4-FFF2-40B4-BE49-F238E27FC236}">
                  <a16:creationId xmlns:a16="http://schemas.microsoft.com/office/drawing/2014/main" id="{348EDC0B-08D0-6936-3DAD-9B172DEF71F7}"/>
                </a:ext>
              </a:extLst>
            </p:cNvPr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0">
              <a:extLst>
                <a:ext uri="{FF2B5EF4-FFF2-40B4-BE49-F238E27FC236}">
                  <a16:creationId xmlns:a16="http://schemas.microsoft.com/office/drawing/2014/main" id="{A972F07B-B939-45D3-79B6-FBD985915EBA}"/>
                </a:ext>
              </a:extLst>
            </p:cNvPr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0">
              <a:extLst>
                <a:ext uri="{FF2B5EF4-FFF2-40B4-BE49-F238E27FC236}">
                  <a16:creationId xmlns:a16="http://schemas.microsoft.com/office/drawing/2014/main" id="{6E19C790-C70F-35DC-8D69-1627EA057879}"/>
                </a:ext>
              </a:extLst>
            </p:cNvPr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0">
              <a:extLst>
                <a:ext uri="{FF2B5EF4-FFF2-40B4-BE49-F238E27FC236}">
                  <a16:creationId xmlns:a16="http://schemas.microsoft.com/office/drawing/2014/main" id="{A0672E24-3C08-4628-8C30-A4B4773E3EC2}"/>
                </a:ext>
              </a:extLst>
            </p:cNvPr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0">
              <a:extLst>
                <a:ext uri="{FF2B5EF4-FFF2-40B4-BE49-F238E27FC236}">
                  <a16:creationId xmlns:a16="http://schemas.microsoft.com/office/drawing/2014/main" id="{22636DB6-47F1-205B-BCE3-63D1E39FE05C}"/>
                </a:ext>
              </a:extLst>
            </p:cNvPr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0">
              <a:extLst>
                <a:ext uri="{FF2B5EF4-FFF2-40B4-BE49-F238E27FC236}">
                  <a16:creationId xmlns:a16="http://schemas.microsoft.com/office/drawing/2014/main" id="{A6612FB2-9150-3478-E03A-B4A90A182BA3}"/>
                </a:ext>
              </a:extLst>
            </p:cNvPr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0">
              <a:extLst>
                <a:ext uri="{FF2B5EF4-FFF2-40B4-BE49-F238E27FC236}">
                  <a16:creationId xmlns:a16="http://schemas.microsoft.com/office/drawing/2014/main" id="{A358AA3E-16C0-7078-E873-23BEB13A4E85}"/>
                </a:ext>
              </a:extLst>
            </p:cNvPr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30">
              <a:extLst>
                <a:ext uri="{FF2B5EF4-FFF2-40B4-BE49-F238E27FC236}">
                  <a16:creationId xmlns:a16="http://schemas.microsoft.com/office/drawing/2014/main" id="{7EB2077F-C3C5-2387-5972-8FE836E283E4}"/>
                </a:ext>
              </a:extLst>
            </p:cNvPr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0">
              <a:extLst>
                <a:ext uri="{FF2B5EF4-FFF2-40B4-BE49-F238E27FC236}">
                  <a16:creationId xmlns:a16="http://schemas.microsoft.com/office/drawing/2014/main" id="{03D3DE30-0A23-40BB-25B6-1AF3440097F1}"/>
                </a:ext>
              </a:extLst>
            </p:cNvPr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0">
              <a:extLst>
                <a:ext uri="{FF2B5EF4-FFF2-40B4-BE49-F238E27FC236}">
                  <a16:creationId xmlns:a16="http://schemas.microsoft.com/office/drawing/2014/main" id="{C85CF892-663B-B55F-1289-F989276F59A3}"/>
                </a:ext>
              </a:extLst>
            </p:cNvPr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30">
              <a:extLst>
                <a:ext uri="{FF2B5EF4-FFF2-40B4-BE49-F238E27FC236}">
                  <a16:creationId xmlns:a16="http://schemas.microsoft.com/office/drawing/2014/main" id="{2CBDE1A4-F2BB-2718-DEF8-D353DC9281AF}"/>
                </a:ext>
              </a:extLst>
            </p:cNvPr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0">
              <a:extLst>
                <a:ext uri="{FF2B5EF4-FFF2-40B4-BE49-F238E27FC236}">
                  <a16:creationId xmlns:a16="http://schemas.microsoft.com/office/drawing/2014/main" id="{96B81141-6A3B-88B8-66AF-8B36F092F3D9}"/>
                </a:ext>
              </a:extLst>
            </p:cNvPr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0">
              <a:extLst>
                <a:ext uri="{FF2B5EF4-FFF2-40B4-BE49-F238E27FC236}">
                  <a16:creationId xmlns:a16="http://schemas.microsoft.com/office/drawing/2014/main" id="{0BF799BC-B45E-970C-B826-2B9B34EAC562}"/>
                </a:ext>
              </a:extLst>
            </p:cNvPr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0">
              <a:extLst>
                <a:ext uri="{FF2B5EF4-FFF2-40B4-BE49-F238E27FC236}">
                  <a16:creationId xmlns:a16="http://schemas.microsoft.com/office/drawing/2014/main" id="{FFC96482-409C-D40E-06D3-573E00E86B81}"/>
                </a:ext>
              </a:extLst>
            </p:cNvPr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0">
              <a:extLst>
                <a:ext uri="{FF2B5EF4-FFF2-40B4-BE49-F238E27FC236}">
                  <a16:creationId xmlns:a16="http://schemas.microsoft.com/office/drawing/2014/main" id="{AAEAF348-53CA-DE2E-58F5-E638194AE3CA}"/>
                </a:ext>
              </a:extLst>
            </p:cNvPr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0">
              <a:extLst>
                <a:ext uri="{FF2B5EF4-FFF2-40B4-BE49-F238E27FC236}">
                  <a16:creationId xmlns:a16="http://schemas.microsoft.com/office/drawing/2014/main" id="{FEFBD559-11EE-C3D6-7232-3B5D87D58F01}"/>
                </a:ext>
              </a:extLst>
            </p:cNvPr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0">
              <a:extLst>
                <a:ext uri="{FF2B5EF4-FFF2-40B4-BE49-F238E27FC236}">
                  <a16:creationId xmlns:a16="http://schemas.microsoft.com/office/drawing/2014/main" id="{B1FD4187-F83E-C78F-7100-C0512F53B435}"/>
                </a:ext>
              </a:extLst>
            </p:cNvPr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30">
              <a:extLst>
                <a:ext uri="{FF2B5EF4-FFF2-40B4-BE49-F238E27FC236}">
                  <a16:creationId xmlns:a16="http://schemas.microsoft.com/office/drawing/2014/main" id="{D2B1BB27-4945-E4B7-4F43-33E1F256A751}"/>
                </a:ext>
              </a:extLst>
            </p:cNvPr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0">
              <a:extLst>
                <a:ext uri="{FF2B5EF4-FFF2-40B4-BE49-F238E27FC236}">
                  <a16:creationId xmlns:a16="http://schemas.microsoft.com/office/drawing/2014/main" id="{2752DF5A-BC81-CA91-79A2-7673D4121FA8}"/>
                </a:ext>
              </a:extLst>
            </p:cNvPr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0">
              <a:extLst>
                <a:ext uri="{FF2B5EF4-FFF2-40B4-BE49-F238E27FC236}">
                  <a16:creationId xmlns:a16="http://schemas.microsoft.com/office/drawing/2014/main" id="{3213B7EA-A713-CBF6-5D0B-42FE3D84C3EE}"/>
                </a:ext>
              </a:extLst>
            </p:cNvPr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0">
              <a:extLst>
                <a:ext uri="{FF2B5EF4-FFF2-40B4-BE49-F238E27FC236}">
                  <a16:creationId xmlns:a16="http://schemas.microsoft.com/office/drawing/2014/main" id="{47E4E953-6B34-D101-2498-11C2C4AF55A0}"/>
                </a:ext>
              </a:extLst>
            </p:cNvPr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0" name="Google Shape;1230;p30">
            <a:extLst>
              <a:ext uri="{FF2B5EF4-FFF2-40B4-BE49-F238E27FC236}">
                <a16:creationId xmlns:a16="http://schemas.microsoft.com/office/drawing/2014/main" id="{CDBDB457-60FB-9724-BEB4-DC09BF688BC6}"/>
              </a:ext>
            </a:extLst>
          </p:cNvPr>
          <p:cNvGrpSpPr/>
          <p:nvPr/>
        </p:nvGrpSpPr>
        <p:grpSpPr>
          <a:xfrm flipH="1">
            <a:off x="713213" y="3824384"/>
            <a:ext cx="361129" cy="3106418"/>
            <a:chOff x="6317900" y="1197313"/>
            <a:chExt cx="180700" cy="1554375"/>
          </a:xfrm>
        </p:grpSpPr>
        <p:sp>
          <p:nvSpPr>
            <p:cNvPr id="1231" name="Google Shape;1231;p30">
              <a:extLst>
                <a:ext uri="{FF2B5EF4-FFF2-40B4-BE49-F238E27FC236}">
                  <a16:creationId xmlns:a16="http://schemas.microsoft.com/office/drawing/2014/main" id="{8BCF1412-6FFD-9738-A27B-08CC44EC38B9}"/>
                </a:ext>
              </a:extLst>
            </p:cNvPr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0">
              <a:extLst>
                <a:ext uri="{FF2B5EF4-FFF2-40B4-BE49-F238E27FC236}">
                  <a16:creationId xmlns:a16="http://schemas.microsoft.com/office/drawing/2014/main" id="{4539F3F6-2AAE-257A-3BA0-6D4F22AFA5FA}"/>
                </a:ext>
              </a:extLst>
            </p:cNvPr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0">
              <a:extLst>
                <a:ext uri="{FF2B5EF4-FFF2-40B4-BE49-F238E27FC236}">
                  <a16:creationId xmlns:a16="http://schemas.microsoft.com/office/drawing/2014/main" id="{6F0B35F5-E042-6D7E-EAA1-145B95B7266B}"/>
                </a:ext>
              </a:extLst>
            </p:cNvPr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0">
              <a:extLst>
                <a:ext uri="{FF2B5EF4-FFF2-40B4-BE49-F238E27FC236}">
                  <a16:creationId xmlns:a16="http://schemas.microsoft.com/office/drawing/2014/main" id="{A7501C46-04F3-09F1-641B-1017273C4B5E}"/>
                </a:ext>
              </a:extLst>
            </p:cNvPr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0">
              <a:extLst>
                <a:ext uri="{FF2B5EF4-FFF2-40B4-BE49-F238E27FC236}">
                  <a16:creationId xmlns:a16="http://schemas.microsoft.com/office/drawing/2014/main" id="{2F3FE139-F505-584C-A147-F8D93FA21C9E}"/>
                </a:ext>
              </a:extLst>
            </p:cNvPr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0">
              <a:extLst>
                <a:ext uri="{FF2B5EF4-FFF2-40B4-BE49-F238E27FC236}">
                  <a16:creationId xmlns:a16="http://schemas.microsoft.com/office/drawing/2014/main" id="{EBDD64A3-A49A-0FB2-6507-E5F3CA12D443}"/>
                </a:ext>
              </a:extLst>
            </p:cNvPr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CBBB0CA-7070-C671-11F8-05EBB981BCDC}"/>
              </a:ext>
            </a:extLst>
          </p:cNvPr>
          <p:cNvSpPr txBox="1"/>
          <p:nvPr/>
        </p:nvSpPr>
        <p:spPr>
          <a:xfrm>
            <a:off x="2007064" y="2343823"/>
            <a:ext cx="5661771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342900" eaLnBrk="0" fontAlgn="base" hangingPunct="0">
              <a:spcBef>
                <a:spcPts val="2400"/>
              </a:spcBef>
              <a:buClr>
                <a:schemeClr val="dk1"/>
              </a:buClr>
              <a:buSzPts val="1800"/>
              <a:buFont typeface="Barlow"/>
              <a:buChar char="●"/>
            </a:pPr>
            <a:r>
              <a:rPr lang="en-US" altLang="en-US" sz="1800" dirty="0">
                <a:solidFill>
                  <a:schemeClr val="dk1"/>
                </a:solidFill>
                <a:latin typeface="Barlow"/>
              </a:rPr>
              <a:t>Production lines require real-time monitoring</a:t>
            </a:r>
          </a:p>
          <a:p>
            <a:pPr marL="457200" indent="-342900" eaLnBrk="0" fontAlgn="base" hangingPunct="0">
              <a:spcBef>
                <a:spcPts val="2400"/>
              </a:spcBef>
              <a:buClr>
                <a:schemeClr val="dk1"/>
              </a:buClr>
              <a:buSzPts val="1800"/>
              <a:buFont typeface="Barlow"/>
              <a:buChar char="●"/>
            </a:pPr>
            <a:r>
              <a:rPr lang="en-US" altLang="en-US" sz="1800" dirty="0">
                <a:solidFill>
                  <a:schemeClr val="dk1"/>
                </a:solidFill>
                <a:latin typeface="Barlow"/>
              </a:rPr>
              <a:t>Multiple sensors must be handled concurrently</a:t>
            </a:r>
          </a:p>
          <a:p>
            <a:pPr marL="457200" indent="-342900" eaLnBrk="0" fontAlgn="base" hangingPunct="0">
              <a:spcBef>
                <a:spcPts val="2400"/>
              </a:spcBef>
              <a:buClr>
                <a:schemeClr val="dk1"/>
              </a:buClr>
              <a:buSzPts val="1800"/>
              <a:buFont typeface="Barlow"/>
              <a:buChar char="●"/>
            </a:pPr>
            <a:r>
              <a:rPr lang="en-US" altLang="en-US" sz="1800" dirty="0">
                <a:solidFill>
                  <a:schemeClr val="dk1"/>
                </a:solidFill>
                <a:latin typeface="Barlow"/>
              </a:rPr>
              <a:t>Faults must trigger immediate alarms</a:t>
            </a:r>
          </a:p>
          <a:p>
            <a:pPr marL="457200" indent="-342900" eaLnBrk="0" fontAlgn="base" hangingPunct="0">
              <a:spcBef>
                <a:spcPts val="2400"/>
              </a:spcBef>
              <a:buClr>
                <a:schemeClr val="dk1"/>
              </a:buClr>
              <a:buSzPts val="1800"/>
              <a:buFont typeface="Barlow"/>
              <a:buChar char="●"/>
            </a:pPr>
            <a:r>
              <a:rPr lang="en-US" altLang="en-US" sz="1800" dirty="0">
                <a:solidFill>
                  <a:schemeClr val="dk1"/>
                </a:solidFill>
                <a:latin typeface="Barlow"/>
              </a:rPr>
              <a:t>Engineers need remote access &amp; notifications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281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2E7E"/>
        </a:solidFill>
        <a:effectLst/>
      </p:bgPr>
    </p:bg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28"/>
          <p:cNvSpPr txBox="1">
            <a:spLocks noGrp="1"/>
          </p:cNvSpPr>
          <p:nvPr>
            <p:ph type="title"/>
          </p:nvPr>
        </p:nvSpPr>
        <p:spPr>
          <a:xfrm>
            <a:off x="622027" y="252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SYSTEM ARCHITECTURE</a:t>
            </a:r>
            <a:endParaRPr dirty="0"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37266F-20E2-9334-0EBE-8596BB87A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4986" y="756571"/>
            <a:ext cx="3754027" cy="41005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2E7E"/>
        </a:solidFill>
        <a:effectLst/>
      </p:bgPr>
    </p:bg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29"/>
          <p:cNvSpPr txBox="1">
            <a:spLocks noGrp="1"/>
          </p:cNvSpPr>
          <p:nvPr>
            <p:ph type="ctrTitle"/>
          </p:nvPr>
        </p:nvSpPr>
        <p:spPr>
          <a:xfrm>
            <a:off x="544285" y="420525"/>
            <a:ext cx="7924800" cy="8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4000"/>
            </a:pPr>
            <a:r>
              <a:rPr lang="en-US" sz="4000" dirty="0"/>
              <a:t>MULTITHREADING MODEL</a:t>
            </a:r>
            <a:endParaRPr dirty="0"/>
          </a:p>
        </p:txBody>
      </p:sp>
      <p:grpSp>
        <p:nvGrpSpPr>
          <p:cNvPr id="1129" name="Google Shape;1129;p29"/>
          <p:cNvGrpSpPr/>
          <p:nvPr/>
        </p:nvGrpSpPr>
        <p:grpSpPr>
          <a:xfrm>
            <a:off x="1117899" y="676118"/>
            <a:ext cx="438754" cy="772904"/>
            <a:chOff x="4950175" y="2998438"/>
            <a:chExt cx="88725" cy="156300"/>
          </a:xfrm>
        </p:grpSpPr>
        <p:sp>
          <p:nvSpPr>
            <p:cNvPr id="1130" name="Google Shape;1130;p29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9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9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29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29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29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29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29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29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29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29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29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29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29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29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29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9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9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9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29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29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9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9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9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9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9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29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29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29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9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9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9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9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9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9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29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66" name="Google Shape;1166;p29"/>
          <p:cNvCxnSpPr/>
          <p:nvPr/>
        </p:nvCxnSpPr>
        <p:spPr>
          <a:xfrm>
            <a:off x="3852382" y="1298818"/>
            <a:ext cx="1215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67" name="Google Shape;1167;p29"/>
          <p:cNvGrpSpPr/>
          <p:nvPr/>
        </p:nvGrpSpPr>
        <p:grpSpPr>
          <a:xfrm>
            <a:off x="6143125" y="4405925"/>
            <a:ext cx="315575" cy="366750"/>
            <a:chOff x="6143125" y="4405925"/>
            <a:chExt cx="315575" cy="366750"/>
          </a:xfrm>
        </p:grpSpPr>
        <p:grpSp>
          <p:nvGrpSpPr>
            <p:cNvPr id="1168" name="Google Shape;1168;p29"/>
            <p:cNvGrpSpPr/>
            <p:nvPr/>
          </p:nvGrpSpPr>
          <p:grpSpPr>
            <a:xfrm>
              <a:off x="6351500" y="4405925"/>
              <a:ext cx="107200" cy="107175"/>
              <a:chOff x="4125350" y="1946513"/>
              <a:chExt cx="107200" cy="107175"/>
            </a:xfrm>
          </p:grpSpPr>
          <p:sp>
            <p:nvSpPr>
              <p:cNvPr id="1169" name="Google Shape;1169;p29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29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1" name="Google Shape;1171;p29"/>
            <p:cNvGrpSpPr/>
            <p:nvPr/>
          </p:nvGrpSpPr>
          <p:grpSpPr>
            <a:xfrm>
              <a:off x="6143125" y="4513100"/>
              <a:ext cx="107200" cy="107175"/>
              <a:chOff x="4125350" y="1946513"/>
              <a:chExt cx="107200" cy="107175"/>
            </a:xfrm>
          </p:grpSpPr>
          <p:sp>
            <p:nvSpPr>
              <p:cNvPr id="1172" name="Google Shape;1172;p29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29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4" name="Google Shape;1174;p29"/>
            <p:cNvGrpSpPr/>
            <p:nvPr/>
          </p:nvGrpSpPr>
          <p:grpSpPr>
            <a:xfrm>
              <a:off x="6295525" y="4665500"/>
              <a:ext cx="107200" cy="107175"/>
              <a:chOff x="4125350" y="1946513"/>
              <a:chExt cx="107200" cy="107175"/>
            </a:xfrm>
          </p:grpSpPr>
          <p:sp>
            <p:nvSpPr>
              <p:cNvPr id="1175" name="Google Shape;1175;p29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29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Rectangle 1">
            <a:extLst>
              <a:ext uri="{FF2B5EF4-FFF2-40B4-BE49-F238E27FC236}">
                <a16:creationId xmlns:a16="http://schemas.microsoft.com/office/drawing/2014/main" id="{E738B95C-0C15-0FE7-B42A-C2EFC6520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5207" y="1577058"/>
            <a:ext cx="63449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342900" eaLnBrk="0" fontAlgn="base" hangingPunct="0">
              <a:buClr>
                <a:schemeClr val="dk1"/>
              </a:buClr>
              <a:buSzPts val="1800"/>
              <a:buFont typeface="Barlow"/>
              <a:buChar char="●"/>
            </a:pPr>
            <a:r>
              <a:rPr lang="en-US" altLang="en-US" sz="1800" dirty="0">
                <a:solidFill>
                  <a:schemeClr val="dk1"/>
                </a:solidFill>
                <a:latin typeface="Barlow"/>
              </a:rPr>
              <a:t>One thread per sensor</a:t>
            </a:r>
          </a:p>
          <a:p>
            <a:pPr marL="457200" lvl="0" indent="-342900" eaLnBrk="0" fontAlgn="base" hangingPunct="0">
              <a:buClr>
                <a:schemeClr val="dk1"/>
              </a:buClr>
              <a:buSzPts val="1800"/>
              <a:buFont typeface="Barlow"/>
              <a:buChar char="●"/>
            </a:pPr>
            <a:r>
              <a:rPr lang="en-US" altLang="en-US" sz="1800" dirty="0">
                <a:solidFill>
                  <a:schemeClr val="dk1"/>
                </a:solidFill>
                <a:latin typeface="Barlow"/>
              </a:rPr>
              <a:t>GUI runs on main thread</a:t>
            </a:r>
          </a:p>
          <a:p>
            <a:pPr marL="457200" lvl="0" indent="-342900" eaLnBrk="0" fontAlgn="base" hangingPunct="0">
              <a:buClr>
                <a:schemeClr val="dk1"/>
              </a:buClr>
              <a:buSzPts val="1800"/>
              <a:buFont typeface="Barlow"/>
              <a:buChar char="●"/>
            </a:pPr>
            <a:r>
              <a:rPr lang="en-US" altLang="en-US" sz="1800" dirty="0">
                <a:solidFill>
                  <a:schemeClr val="dk1"/>
                </a:solidFill>
                <a:latin typeface="Barlow"/>
              </a:rPr>
              <a:t>No direct GUI updates from workers</a:t>
            </a:r>
          </a:p>
          <a:p>
            <a:pPr marL="457200" lvl="0" indent="-342900" eaLnBrk="0" fontAlgn="base" hangingPunct="0">
              <a:buClr>
                <a:schemeClr val="dk1"/>
              </a:buClr>
              <a:buSzPts val="1800"/>
              <a:buFont typeface="Barlow"/>
              <a:buChar char="●"/>
            </a:pPr>
            <a:r>
              <a:rPr lang="en-US" altLang="en-US" sz="1800" dirty="0">
                <a:solidFill>
                  <a:schemeClr val="dk1"/>
                </a:solidFill>
                <a:latin typeface="Barlow"/>
              </a:rPr>
              <a:t>Signals/queues ensure thread safety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2E7E"/>
        </a:solidFill>
        <a:effectLst/>
      </p:bgPr>
    </p:bg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31"/>
          <p:cNvSpPr txBox="1">
            <a:spLocks noGrp="1"/>
          </p:cNvSpPr>
          <p:nvPr>
            <p:ph type="title"/>
          </p:nvPr>
        </p:nvSpPr>
        <p:spPr>
          <a:xfrm>
            <a:off x="1392139" y="74293"/>
            <a:ext cx="6005400" cy="8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MAIN DASHBOARD (GUI)</a:t>
            </a:r>
            <a:endParaRPr dirty="0">
              <a:solidFill>
                <a:srgbClr val="A8C3EA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pSp>
        <p:nvGrpSpPr>
          <p:cNvPr id="1244" name="Google Shape;1244;p31"/>
          <p:cNvGrpSpPr/>
          <p:nvPr/>
        </p:nvGrpSpPr>
        <p:grpSpPr>
          <a:xfrm>
            <a:off x="4522375" y="4341025"/>
            <a:ext cx="315575" cy="366750"/>
            <a:chOff x="8558925" y="4522650"/>
            <a:chExt cx="315575" cy="366750"/>
          </a:xfrm>
        </p:grpSpPr>
        <p:grpSp>
          <p:nvGrpSpPr>
            <p:cNvPr id="1245" name="Google Shape;1245;p31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1246" name="Google Shape;1246;p31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31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48" name="Google Shape;1248;p31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1249" name="Google Shape;1249;p31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31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1" name="Google Shape;1251;p31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1252" name="Google Shape;1252;p31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31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54" name="Google Shape;1254;p31"/>
          <p:cNvGrpSpPr/>
          <p:nvPr/>
        </p:nvGrpSpPr>
        <p:grpSpPr>
          <a:xfrm>
            <a:off x="7732699" y="299993"/>
            <a:ext cx="438754" cy="772904"/>
            <a:chOff x="4950175" y="2998438"/>
            <a:chExt cx="88725" cy="156300"/>
          </a:xfrm>
        </p:grpSpPr>
        <p:sp>
          <p:nvSpPr>
            <p:cNvPr id="1255" name="Google Shape;1255;p31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31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1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1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1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1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1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1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1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1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1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1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1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1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1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1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1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1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1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1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1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1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1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1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1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1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1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1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1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1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1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1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1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1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1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1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1" name="Google Shape;1291;p31"/>
          <p:cNvGrpSpPr/>
          <p:nvPr/>
        </p:nvGrpSpPr>
        <p:grpSpPr>
          <a:xfrm flipH="1">
            <a:off x="713213" y="3824384"/>
            <a:ext cx="361129" cy="3106418"/>
            <a:chOff x="6317900" y="1197313"/>
            <a:chExt cx="180700" cy="1554375"/>
          </a:xfrm>
        </p:grpSpPr>
        <p:sp>
          <p:nvSpPr>
            <p:cNvPr id="1292" name="Google Shape;1292;p31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1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1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1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1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1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4C77A18-28DF-7B9C-E630-9D25E24BD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343" y="1063996"/>
            <a:ext cx="6340560" cy="35665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7">
          <a:extLst>
            <a:ext uri="{FF2B5EF4-FFF2-40B4-BE49-F238E27FC236}">
              <a16:creationId xmlns:a16="http://schemas.microsoft.com/office/drawing/2014/main" id="{8901E585-BAC7-6297-D790-1C800A2CC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29">
            <a:extLst>
              <a:ext uri="{FF2B5EF4-FFF2-40B4-BE49-F238E27FC236}">
                <a16:creationId xmlns:a16="http://schemas.microsoft.com/office/drawing/2014/main" id="{662B78C7-91D4-6E13-5CA0-FC1008F27D0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44285" y="420525"/>
            <a:ext cx="7924800" cy="8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4000"/>
            </a:pPr>
            <a:r>
              <a:rPr lang="en-US" sz="4000" dirty="0"/>
              <a:t>REAL-TIME PLOTTING</a:t>
            </a:r>
            <a:endParaRPr dirty="0"/>
          </a:p>
        </p:txBody>
      </p:sp>
      <p:grpSp>
        <p:nvGrpSpPr>
          <p:cNvPr id="1129" name="Google Shape;1129;p29">
            <a:extLst>
              <a:ext uri="{FF2B5EF4-FFF2-40B4-BE49-F238E27FC236}">
                <a16:creationId xmlns:a16="http://schemas.microsoft.com/office/drawing/2014/main" id="{EBA3DFCD-B361-1724-6FF4-FA3AEA92C29A}"/>
              </a:ext>
            </a:extLst>
          </p:cNvPr>
          <p:cNvGrpSpPr/>
          <p:nvPr/>
        </p:nvGrpSpPr>
        <p:grpSpPr>
          <a:xfrm>
            <a:off x="1117899" y="676118"/>
            <a:ext cx="438754" cy="772904"/>
            <a:chOff x="4950175" y="2998438"/>
            <a:chExt cx="88725" cy="156300"/>
          </a:xfrm>
        </p:grpSpPr>
        <p:sp>
          <p:nvSpPr>
            <p:cNvPr id="1130" name="Google Shape;1130;p29">
              <a:extLst>
                <a:ext uri="{FF2B5EF4-FFF2-40B4-BE49-F238E27FC236}">
                  <a16:creationId xmlns:a16="http://schemas.microsoft.com/office/drawing/2014/main" id="{5B569315-3CCE-C9AA-4D51-2DB2BF90AF48}"/>
                </a:ext>
              </a:extLst>
            </p:cNvPr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9">
              <a:extLst>
                <a:ext uri="{FF2B5EF4-FFF2-40B4-BE49-F238E27FC236}">
                  <a16:creationId xmlns:a16="http://schemas.microsoft.com/office/drawing/2014/main" id="{C35B6570-4B71-BF5E-7BA9-2F9F3DFE1013}"/>
                </a:ext>
              </a:extLst>
            </p:cNvPr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9">
              <a:extLst>
                <a:ext uri="{FF2B5EF4-FFF2-40B4-BE49-F238E27FC236}">
                  <a16:creationId xmlns:a16="http://schemas.microsoft.com/office/drawing/2014/main" id="{D301E3D5-7E49-CE61-113F-01B553FF98B7}"/>
                </a:ext>
              </a:extLst>
            </p:cNvPr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29">
              <a:extLst>
                <a:ext uri="{FF2B5EF4-FFF2-40B4-BE49-F238E27FC236}">
                  <a16:creationId xmlns:a16="http://schemas.microsoft.com/office/drawing/2014/main" id="{8A52E9F7-D820-2080-4E4D-837AE6511C5A}"/>
                </a:ext>
              </a:extLst>
            </p:cNvPr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29">
              <a:extLst>
                <a:ext uri="{FF2B5EF4-FFF2-40B4-BE49-F238E27FC236}">
                  <a16:creationId xmlns:a16="http://schemas.microsoft.com/office/drawing/2014/main" id="{140264C6-EFC3-A9FD-6F59-525E6BAB5CB0}"/>
                </a:ext>
              </a:extLst>
            </p:cNvPr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29">
              <a:extLst>
                <a:ext uri="{FF2B5EF4-FFF2-40B4-BE49-F238E27FC236}">
                  <a16:creationId xmlns:a16="http://schemas.microsoft.com/office/drawing/2014/main" id="{0A8FFAAC-EF4D-4A3D-15BB-B401F401226F}"/>
                </a:ext>
              </a:extLst>
            </p:cNvPr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29">
              <a:extLst>
                <a:ext uri="{FF2B5EF4-FFF2-40B4-BE49-F238E27FC236}">
                  <a16:creationId xmlns:a16="http://schemas.microsoft.com/office/drawing/2014/main" id="{F72FED66-148A-9499-F341-A6089AB4D034}"/>
                </a:ext>
              </a:extLst>
            </p:cNvPr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29">
              <a:extLst>
                <a:ext uri="{FF2B5EF4-FFF2-40B4-BE49-F238E27FC236}">
                  <a16:creationId xmlns:a16="http://schemas.microsoft.com/office/drawing/2014/main" id="{9BA4D946-94A2-B04C-311A-375E580F4E85}"/>
                </a:ext>
              </a:extLst>
            </p:cNvPr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29">
              <a:extLst>
                <a:ext uri="{FF2B5EF4-FFF2-40B4-BE49-F238E27FC236}">
                  <a16:creationId xmlns:a16="http://schemas.microsoft.com/office/drawing/2014/main" id="{5FCCA427-9666-4B99-95C9-257546535B67}"/>
                </a:ext>
              </a:extLst>
            </p:cNvPr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29">
              <a:extLst>
                <a:ext uri="{FF2B5EF4-FFF2-40B4-BE49-F238E27FC236}">
                  <a16:creationId xmlns:a16="http://schemas.microsoft.com/office/drawing/2014/main" id="{AA36F613-9683-7999-52E1-7402D376CDE2}"/>
                </a:ext>
              </a:extLst>
            </p:cNvPr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29">
              <a:extLst>
                <a:ext uri="{FF2B5EF4-FFF2-40B4-BE49-F238E27FC236}">
                  <a16:creationId xmlns:a16="http://schemas.microsoft.com/office/drawing/2014/main" id="{3AF04CFB-E961-A320-0253-E42DB9DB9A92}"/>
                </a:ext>
              </a:extLst>
            </p:cNvPr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29">
              <a:extLst>
                <a:ext uri="{FF2B5EF4-FFF2-40B4-BE49-F238E27FC236}">
                  <a16:creationId xmlns:a16="http://schemas.microsoft.com/office/drawing/2014/main" id="{AC036E79-F905-51D2-C111-6774BF62EC37}"/>
                </a:ext>
              </a:extLst>
            </p:cNvPr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29">
              <a:extLst>
                <a:ext uri="{FF2B5EF4-FFF2-40B4-BE49-F238E27FC236}">
                  <a16:creationId xmlns:a16="http://schemas.microsoft.com/office/drawing/2014/main" id="{5582EB43-D905-E8CC-4A8E-993859A99543}"/>
                </a:ext>
              </a:extLst>
            </p:cNvPr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29">
              <a:extLst>
                <a:ext uri="{FF2B5EF4-FFF2-40B4-BE49-F238E27FC236}">
                  <a16:creationId xmlns:a16="http://schemas.microsoft.com/office/drawing/2014/main" id="{9E969D6F-06EE-DEF3-6357-3033BEC6FAA5}"/>
                </a:ext>
              </a:extLst>
            </p:cNvPr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29">
              <a:extLst>
                <a:ext uri="{FF2B5EF4-FFF2-40B4-BE49-F238E27FC236}">
                  <a16:creationId xmlns:a16="http://schemas.microsoft.com/office/drawing/2014/main" id="{708345CE-2491-1888-4DE6-B4B6E09F98D6}"/>
                </a:ext>
              </a:extLst>
            </p:cNvPr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29">
              <a:extLst>
                <a:ext uri="{FF2B5EF4-FFF2-40B4-BE49-F238E27FC236}">
                  <a16:creationId xmlns:a16="http://schemas.microsoft.com/office/drawing/2014/main" id="{59014773-8678-82DF-12D8-C84500B42786}"/>
                </a:ext>
              </a:extLst>
            </p:cNvPr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9">
              <a:extLst>
                <a:ext uri="{FF2B5EF4-FFF2-40B4-BE49-F238E27FC236}">
                  <a16:creationId xmlns:a16="http://schemas.microsoft.com/office/drawing/2014/main" id="{ED19A803-AEA3-7670-93BA-07579C333E73}"/>
                </a:ext>
              </a:extLst>
            </p:cNvPr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9">
              <a:extLst>
                <a:ext uri="{FF2B5EF4-FFF2-40B4-BE49-F238E27FC236}">
                  <a16:creationId xmlns:a16="http://schemas.microsoft.com/office/drawing/2014/main" id="{3A5C1A57-F58B-0C11-939B-0CA976BDEF47}"/>
                </a:ext>
              </a:extLst>
            </p:cNvPr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9">
              <a:extLst>
                <a:ext uri="{FF2B5EF4-FFF2-40B4-BE49-F238E27FC236}">
                  <a16:creationId xmlns:a16="http://schemas.microsoft.com/office/drawing/2014/main" id="{F261879F-7345-204C-CBE0-E74622CC3B61}"/>
                </a:ext>
              </a:extLst>
            </p:cNvPr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29">
              <a:extLst>
                <a:ext uri="{FF2B5EF4-FFF2-40B4-BE49-F238E27FC236}">
                  <a16:creationId xmlns:a16="http://schemas.microsoft.com/office/drawing/2014/main" id="{D56BA084-D2E3-907A-5B7C-F1CD8702A347}"/>
                </a:ext>
              </a:extLst>
            </p:cNvPr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29">
              <a:extLst>
                <a:ext uri="{FF2B5EF4-FFF2-40B4-BE49-F238E27FC236}">
                  <a16:creationId xmlns:a16="http://schemas.microsoft.com/office/drawing/2014/main" id="{D9CC7CC9-17F9-4D91-171C-4CC6D64AC98D}"/>
                </a:ext>
              </a:extLst>
            </p:cNvPr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9">
              <a:extLst>
                <a:ext uri="{FF2B5EF4-FFF2-40B4-BE49-F238E27FC236}">
                  <a16:creationId xmlns:a16="http://schemas.microsoft.com/office/drawing/2014/main" id="{34B366D5-3034-B80B-AC05-4B044CD4E35E}"/>
                </a:ext>
              </a:extLst>
            </p:cNvPr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9">
              <a:extLst>
                <a:ext uri="{FF2B5EF4-FFF2-40B4-BE49-F238E27FC236}">
                  <a16:creationId xmlns:a16="http://schemas.microsoft.com/office/drawing/2014/main" id="{47395AFD-B9E6-122E-E5B7-88DD8111EA8F}"/>
                </a:ext>
              </a:extLst>
            </p:cNvPr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9">
              <a:extLst>
                <a:ext uri="{FF2B5EF4-FFF2-40B4-BE49-F238E27FC236}">
                  <a16:creationId xmlns:a16="http://schemas.microsoft.com/office/drawing/2014/main" id="{63269FE1-4250-0D0D-25E7-A017BB2252FF}"/>
                </a:ext>
              </a:extLst>
            </p:cNvPr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9">
              <a:extLst>
                <a:ext uri="{FF2B5EF4-FFF2-40B4-BE49-F238E27FC236}">
                  <a16:creationId xmlns:a16="http://schemas.microsoft.com/office/drawing/2014/main" id="{35E4D498-6D53-D0B8-DF02-E68A165C7149}"/>
                </a:ext>
              </a:extLst>
            </p:cNvPr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9">
              <a:extLst>
                <a:ext uri="{FF2B5EF4-FFF2-40B4-BE49-F238E27FC236}">
                  <a16:creationId xmlns:a16="http://schemas.microsoft.com/office/drawing/2014/main" id="{16F38365-C1E3-C2D6-4446-A004357435A3}"/>
                </a:ext>
              </a:extLst>
            </p:cNvPr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29">
              <a:extLst>
                <a:ext uri="{FF2B5EF4-FFF2-40B4-BE49-F238E27FC236}">
                  <a16:creationId xmlns:a16="http://schemas.microsoft.com/office/drawing/2014/main" id="{E9DC2CAA-B3A7-A551-3BAE-A79922F2D3DB}"/>
                </a:ext>
              </a:extLst>
            </p:cNvPr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29">
              <a:extLst>
                <a:ext uri="{FF2B5EF4-FFF2-40B4-BE49-F238E27FC236}">
                  <a16:creationId xmlns:a16="http://schemas.microsoft.com/office/drawing/2014/main" id="{0DF4161F-3B59-1E4A-F58F-F10D7AC5ECFF}"/>
                </a:ext>
              </a:extLst>
            </p:cNvPr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29">
              <a:extLst>
                <a:ext uri="{FF2B5EF4-FFF2-40B4-BE49-F238E27FC236}">
                  <a16:creationId xmlns:a16="http://schemas.microsoft.com/office/drawing/2014/main" id="{700D0C73-117F-2DAE-3DF7-5164B4AF40AF}"/>
                </a:ext>
              </a:extLst>
            </p:cNvPr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9">
              <a:extLst>
                <a:ext uri="{FF2B5EF4-FFF2-40B4-BE49-F238E27FC236}">
                  <a16:creationId xmlns:a16="http://schemas.microsoft.com/office/drawing/2014/main" id="{38F4D7AC-13AB-56EA-7127-12B49D9BBC3C}"/>
                </a:ext>
              </a:extLst>
            </p:cNvPr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9">
              <a:extLst>
                <a:ext uri="{FF2B5EF4-FFF2-40B4-BE49-F238E27FC236}">
                  <a16:creationId xmlns:a16="http://schemas.microsoft.com/office/drawing/2014/main" id="{06F2F285-B8CA-A6AD-C615-D9F7C704D4F2}"/>
                </a:ext>
              </a:extLst>
            </p:cNvPr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9">
              <a:extLst>
                <a:ext uri="{FF2B5EF4-FFF2-40B4-BE49-F238E27FC236}">
                  <a16:creationId xmlns:a16="http://schemas.microsoft.com/office/drawing/2014/main" id="{CEBBCD70-F9A1-F997-EDB0-F193DB5A40CD}"/>
                </a:ext>
              </a:extLst>
            </p:cNvPr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9">
              <a:extLst>
                <a:ext uri="{FF2B5EF4-FFF2-40B4-BE49-F238E27FC236}">
                  <a16:creationId xmlns:a16="http://schemas.microsoft.com/office/drawing/2014/main" id="{4C9C589C-DF13-4EB9-1AA5-D0850CD07F76}"/>
                </a:ext>
              </a:extLst>
            </p:cNvPr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9">
              <a:extLst>
                <a:ext uri="{FF2B5EF4-FFF2-40B4-BE49-F238E27FC236}">
                  <a16:creationId xmlns:a16="http://schemas.microsoft.com/office/drawing/2014/main" id="{5633F31C-F521-F5B2-D399-5170E8CE8852}"/>
                </a:ext>
              </a:extLst>
            </p:cNvPr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9">
              <a:extLst>
                <a:ext uri="{FF2B5EF4-FFF2-40B4-BE49-F238E27FC236}">
                  <a16:creationId xmlns:a16="http://schemas.microsoft.com/office/drawing/2014/main" id="{169A7A75-F0A4-A865-6DB3-CC4702221AF2}"/>
                </a:ext>
              </a:extLst>
            </p:cNvPr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29">
              <a:extLst>
                <a:ext uri="{FF2B5EF4-FFF2-40B4-BE49-F238E27FC236}">
                  <a16:creationId xmlns:a16="http://schemas.microsoft.com/office/drawing/2014/main" id="{4223A9AB-009D-B5B8-480D-C3EB81B1947D}"/>
                </a:ext>
              </a:extLst>
            </p:cNvPr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66" name="Google Shape;1166;p29">
            <a:extLst>
              <a:ext uri="{FF2B5EF4-FFF2-40B4-BE49-F238E27FC236}">
                <a16:creationId xmlns:a16="http://schemas.microsoft.com/office/drawing/2014/main" id="{A9AC09B0-F73E-44F5-4876-F978D229A24B}"/>
              </a:ext>
            </a:extLst>
          </p:cNvPr>
          <p:cNvCxnSpPr/>
          <p:nvPr/>
        </p:nvCxnSpPr>
        <p:spPr>
          <a:xfrm>
            <a:off x="3852382" y="1298818"/>
            <a:ext cx="1215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67" name="Google Shape;1167;p29">
            <a:extLst>
              <a:ext uri="{FF2B5EF4-FFF2-40B4-BE49-F238E27FC236}">
                <a16:creationId xmlns:a16="http://schemas.microsoft.com/office/drawing/2014/main" id="{C60F1457-9BB6-2D9F-02C4-52D8F18644E4}"/>
              </a:ext>
            </a:extLst>
          </p:cNvPr>
          <p:cNvGrpSpPr/>
          <p:nvPr/>
        </p:nvGrpSpPr>
        <p:grpSpPr>
          <a:xfrm>
            <a:off x="6143125" y="4405925"/>
            <a:ext cx="315575" cy="366750"/>
            <a:chOff x="6143125" y="4405925"/>
            <a:chExt cx="315575" cy="366750"/>
          </a:xfrm>
        </p:grpSpPr>
        <p:grpSp>
          <p:nvGrpSpPr>
            <p:cNvPr id="1168" name="Google Shape;1168;p29">
              <a:extLst>
                <a:ext uri="{FF2B5EF4-FFF2-40B4-BE49-F238E27FC236}">
                  <a16:creationId xmlns:a16="http://schemas.microsoft.com/office/drawing/2014/main" id="{61E19FDA-46BD-8B36-62D7-0D75D4397698}"/>
                </a:ext>
              </a:extLst>
            </p:cNvPr>
            <p:cNvGrpSpPr/>
            <p:nvPr/>
          </p:nvGrpSpPr>
          <p:grpSpPr>
            <a:xfrm>
              <a:off x="6351500" y="4405925"/>
              <a:ext cx="107200" cy="107175"/>
              <a:chOff x="4125350" y="1946513"/>
              <a:chExt cx="107200" cy="107175"/>
            </a:xfrm>
          </p:grpSpPr>
          <p:sp>
            <p:nvSpPr>
              <p:cNvPr id="1169" name="Google Shape;1169;p29">
                <a:extLst>
                  <a:ext uri="{FF2B5EF4-FFF2-40B4-BE49-F238E27FC236}">
                    <a16:creationId xmlns:a16="http://schemas.microsoft.com/office/drawing/2014/main" id="{830BB8AA-409D-75BC-6F10-2EA270A3D018}"/>
                  </a:ext>
                </a:extLst>
              </p:cNvPr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29">
                <a:extLst>
                  <a:ext uri="{FF2B5EF4-FFF2-40B4-BE49-F238E27FC236}">
                    <a16:creationId xmlns:a16="http://schemas.microsoft.com/office/drawing/2014/main" id="{DD5CF936-5825-28DB-F962-8D6E60674C3A}"/>
                  </a:ext>
                </a:extLst>
              </p:cNvPr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1" name="Google Shape;1171;p29">
              <a:extLst>
                <a:ext uri="{FF2B5EF4-FFF2-40B4-BE49-F238E27FC236}">
                  <a16:creationId xmlns:a16="http://schemas.microsoft.com/office/drawing/2014/main" id="{D7E3F41F-CB87-36AB-F817-6EEE1DD98F25}"/>
                </a:ext>
              </a:extLst>
            </p:cNvPr>
            <p:cNvGrpSpPr/>
            <p:nvPr/>
          </p:nvGrpSpPr>
          <p:grpSpPr>
            <a:xfrm>
              <a:off x="6143125" y="4513100"/>
              <a:ext cx="107200" cy="107175"/>
              <a:chOff x="4125350" y="1946513"/>
              <a:chExt cx="107200" cy="107175"/>
            </a:xfrm>
          </p:grpSpPr>
          <p:sp>
            <p:nvSpPr>
              <p:cNvPr id="1172" name="Google Shape;1172;p29">
                <a:extLst>
                  <a:ext uri="{FF2B5EF4-FFF2-40B4-BE49-F238E27FC236}">
                    <a16:creationId xmlns:a16="http://schemas.microsoft.com/office/drawing/2014/main" id="{625F6C18-3B4A-D484-556F-EA40DD236A7F}"/>
                  </a:ext>
                </a:extLst>
              </p:cNvPr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29">
                <a:extLst>
                  <a:ext uri="{FF2B5EF4-FFF2-40B4-BE49-F238E27FC236}">
                    <a16:creationId xmlns:a16="http://schemas.microsoft.com/office/drawing/2014/main" id="{4EDB883C-61FE-6278-076C-612F2531A308}"/>
                  </a:ext>
                </a:extLst>
              </p:cNvPr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4" name="Google Shape;1174;p29">
              <a:extLst>
                <a:ext uri="{FF2B5EF4-FFF2-40B4-BE49-F238E27FC236}">
                  <a16:creationId xmlns:a16="http://schemas.microsoft.com/office/drawing/2014/main" id="{2576DBE1-3614-1F0E-1A40-91060B5921CE}"/>
                </a:ext>
              </a:extLst>
            </p:cNvPr>
            <p:cNvGrpSpPr/>
            <p:nvPr/>
          </p:nvGrpSpPr>
          <p:grpSpPr>
            <a:xfrm>
              <a:off x="6295525" y="4665500"/>
              <a:ext cx="107200" cy="107175"/>
              <a:chOff x="4125350" y="1946513"/>
              <a:chExt cx="107200" cy="107175"/>
            </a:xfrm>
          </p:grpSpPr>
          <p:sp>
            <p:nvSpPr>
              <p:cNvPr id="1175" name="Google Shape;1175;p29">
                <a:extLst>
                  <a:ext uri="{FF2B5EF4-FFF2-40B4-BE49-F238E27FC236}">
                    <a16:creationId xmlns:a16="http://schemas.microsoft.com/office/drawing/2014/main" id="{49FFFB7C-AE71-F1B1-A268-5E27942122B3}"/>
                  </a:ext>
                </a:extLst>
              </p:cNvPr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29">
                <a:extLst>
                  <a:ext uri="{FF2B5EF4-FFF2-40B4-BE49-F238E27FC236}">
                    <a16:creationId xmlns:a16="http://schemas.microsoft.com/office/drawing/2014/main" id="{42B7404A-1394-F3EC-64EC-450EAEA7A218}"/>
                  </a:ext>
                </a:extLst>
              </p:cNvPr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Rectangle 1">
            <a:extLst>
              <a:ext uri="{FF2B5EF4-FFF2-40B4-BE49-F238E27FC236}">
                <a16:creationId xmlns:a16="http://schemas.microsoft.com/office/drawing/2014/main" id="{A2C2326E-9D16-C27E-6DF3-0A1A10280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5207" y="1577058"/>
            <a:ext cx="63449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342900" eaLnBrk="0" fontAlgn="base" hangingPunct="0">
              <a:buClr>
                <a:schemeClr val="dk1"/>
              </a:buClr>
              <a:buSzPts val="1800"/>
              <a:buFont typeface="Barlow"/>
              <a:buChar char="●"/>
            </a:pPr>
            <a:r>
              <a:rPr lang="en-US" altLang="en-US" sz="1800" dirty="0">
                <a:solidFill>
                  <a:schemeClr val="dk1"/>
                </a:solidFill>
                <a:latin typeface="Barlow"/>
              </a:rPr>
              <a:t>Per-sensor rolling plots</a:t>
            </a:r>
          </a:p>
          <a:p>
            <a:pPr marL="457200" indent="-342900" eaLnBrk="0" fontAlgn="base" hangingPunct="0">
              <a:buClr>
                <a:schemeClr val="dk1"/>
              </a:buClr>
              <a:buSzPts val="1800"/>
              <a:buFont typeface="Barlow"/>
              <a:buChar char="●"/>
            </a:pPr>
            <a:r>
              <a:rPr lang="en-US" altLang="en-US" sz="1800" dirty="0">
                <a:solidFill>
                  <a:schemeClr val="dk1"/>
                </a:solidFill>
                <a:latin typeface="Barlow"/>
              </a:rPr>
              <a:t>Last 10–20 seconds</a:t>
            </a:r>
          </a:p>
          <a:p>
            <a:pPr marL="457200" indent="-342900" eaLnBrk="0" fontAlgn="base" hangingPunct="0">
              <a:buClr>
                <a:schemeClr val="dk1"/>
              </a:buClr>
              <a:buSzPts val="1800"/>
              <a:buFont typeface="Barlow"/>
              <a:buChar char="●"/>
            </a:pPr>
            <a:r>
              <a:rPr lang="en-US" altLang="en-US" sz="1800" dirty="0">
                <a:solidFill>
                  <a:schemeClr val="dk1"/>
                </a:solidFill>
                <a:latin typeface="Barlow"/>
              </a:rPr>
              <a:t>Auto-refreshing</a:t>
            </a:r>
          </a:p>
          <a:p>
            <a:pPr marL="457200" indent="-342900" eaLnBrk="0" fontAlgn="base" hangingPunct="0">
              <a:buClr>
                <a:schemeClr val="dk1"/>
              </a:buClr>
              <a:buSzPts val="1800"/>
              <a:buFont typeface="Barlow"/>
              <a:buChar char="●"/>
            </a:pPr>
            <a:r>
              <a:rPr lang="en-US" altLang="en-US" sz="1800" dirty="0">
                <a:solidFill>
                  <a:schemeClr val="dk1"/>
                </a:solidFill>
                <a:latin typeface="Barlow"/>
              </a:rPr>
              <a:t>Non-blocking rendering</a:t>
            </a:r>
          </a:p>
        </p:txBody>
      </p:sp>
    </p:spTree>
    <p:extLst>
      <p:ext uri="{BB962C8B-B14F-4D97-AF65-F5344CB8AC3E}">
        <p14:creationId xmlns:p14="http://schemas.microsoft.com/office/powerpoint/2010/main" val="1353242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8">
          <a:extLst>
            <a:ext uri="{FF2B5EF4-FFF2-40B4-BE49-F238E27FC236}">
              <a16:creationId xmlns:a16="http://schemas.microsoft.com/office/drawing/2014/main" id="{0B2DBFD3-CDB7-C887-F578-1DBB07CE7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36">
            <a:extLst>
              <a:ext uri="{FF2B5EF4-FFF2-40B4-BE49-F238E27FC236}">
                <a16:creationId xmlns:a16="http://schemas.microsoft.com/office/drawing/2014/main" id="{6ADA2CD3-9A28-BBB1-053A-400F67BC34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ALARM LOGIC</a:t>
            </a:r>
            <a:endParaRPr dirty="0"/>
          </a:p>
        </p:txBody>
      </p:sp>
      <p:sp>
        <p:nvSpPr>
          <p:cNvPr id="1390" name="Google Shape;1390;p36">
            <a:extLst>
              <a:ext uri="{FF2B5EF4-FFF2-40B4-BE49-F238E27FC236}">
                <a16:creationId xmlns:a16="http://schemas.microsoft.com/office/drawing/2014/main" id="{79059F47-5D1D-FE24-62A9-C59CD83235B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025883" y="1194357"/>
            <a:ext cx="4501500" cy="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Configurable LOW / HIGH limits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Alarm triggered when limits exceeded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Logged with: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Time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Sensor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Value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Alarm type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27D243-9750-3406-6BD2-5C63FFB7D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551" y="3363397"/>
            <a:ext cx="7604449" cy="1271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35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9" grpId="0"/>
      <p:bldP spid="139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8">
          <a:extLst>
            <a:ext uri="{FF2B5EF4-FFF2-40B4-BE49-F238E27FC236}">
              <a16:creationId xmlns:a16="http://schemas.microsoft.com/office/drawing/2014/main" id="{226EDA7B-7B9F-83A6-46D3-859BD000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36">
            <a:extLst>
              <a:ext uri="{FF2B5EF4-FFF2-40B4-BE49-F238E27FC236}">
                <a16:creationId xmlns:a16="http://schemas.microsoft.com/office/drawing/2014/main" id="{9DC74852-BF2A-5B84-E6B8-5324D9ACA0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US" sz="2800"/>
              <a:t>SENSOR SIMULATOR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F55C18-4084-1314-D233-DF8B142C97C4}"/>
              </a:ext>
            </a:extLst>
          </p:cNvPr>
          <p:cNvSpPr txBox="1"/>
          <p:nvPr/>
        </p:nvSpPr>
        <p:spPr>
          <a:xfrm>
            <a:off x="713225" y="1208225"/>
            <a:ext cx="3668250" cy="3264408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 marL="0" lvl="0" indent="0" algn="ctr" defTabSz="914400" eaLnBrk="0" fontAlgn="base" latinLnBrk="0" hangingPunct="0">
              <a:spcAft>
                <a:spcPts val="600"/>
              </a:spcAft>
              <a:buSzTx/>
              <a:buFont typeface="Arial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dk1"/>
                </a:solidFill>
                <a:effectLst/>
              </a:rPr>
              <a:t>Mimics real hardware sensors</a:t>
            </a:r>
          </a:p>
          <a:p>
            <a:pPr marL="0" lvl="0" indent="0" algn="ctr" defTabSz="914400" eaLnBrk="0" fontAlgn="base" latinLnBrk="0" hangingPunct="0">
              <a:spcAft>
                <a:spcPts val="600"/>
              </a:spcAft>
              <a:buSzTx/>
              <a:buFont typeface="Arial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dk1"/>
                </a:solidFill>
                <a:effectLst/>
              </a:rPr>
              <a:t>TCP-based communication</a:t>
            </a:r>
          </a:p>
          <a:p>
            <a:pPr marL="0" lvl="0" indent="0" algn="ctr" defTabSz="914400" eaLnBrk="0" fontAlgn="base" latinLnBrk="0" hangingPunct="0">
              <a:spcAft>
                <a:spcPts val="600"/>
              </a:spcAft>
              <a:buSzTx/>
              <a:buFont typeface="Arial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dk1"/>
                </a:solidFill>
                <a:effectLst/>
              </a:rPr>
              <a:t>Randomized values</a:t>
            </a:r>
          </a:p>
          <a:p>
            <a:pPr marL="0" lvl="0" indent="0" algn="ctr" defTabSz="914400" eaLnBrk="0" fontAlgn="base" latinLnBrk="0" hangingPunct="0">
              <a:spcAft>
                <a:spcPts val="600"/>
              </a:spcAft>
              <a:buSzTx/>
              <a:buFont typeface="Arial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dk1"/>
                </a:solidFill>
                <a:effectLst/>
              </a:rPr>
              <a:t>Periodic fault injection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1FC4F6-351D-9635-0354-E1849CE9D0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815" b="4"/>
          <a:stretch>
            <a:fillRect/>
          </a:stretch>
        </p:blipFill>
        <p:spPr>
          <a:xfrm>
            <a:off x="4762475" y="1208225"/>
            <a:ext cx="3668250" cy="32644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6870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7">
          <a:extLst>
            <a:ext uri="{FF2B5EF4-FFF2-40B4-BE49-F238E27FC236}">
              <a16:creationId xmlns:a16="http://schemas.microsoft.com/office/drawing/2014/main" id="{2270C11D-748B-014F-D74A-0118ACDD2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29">
            <a:extLst>
              <a:ext uri="{FF2B5EF4-FFF2-40B4-BE49-F238E27FC236}">
                <a16:creationId xmlns:a16="http://schemas.microsoft.com/office/drawing/2014/main" id="{84175684-ED37-521B-9870-72AA1230743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44285" y="420525"/>
            <a:ext cx="7924800" cy="8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4000"/>
            </a:pPr>
            <a:r>
              <a:rPr lang="en-US" sz="4000" dirty="0"/>
              <a:t>REMOTE ACCESS / API</a:t>
            </a:r>
            <a:endParaRPr dirty="0"/>
          </a:p>
        </p:txBody>
      </p:sp>
      <p:grpSp>
        <p:nvGrpSpPr>
          <p:cNvPr id="1129" name="Google Shape;1129;p29">
            <a:extLst>
              <a:ext uri="{FF2B5EF4-FFF2-40B4-BE49-F238E27FC236}">
                <a16:creationId xmlns:a16="http://schemas.microsoft.com/office/drawing/2014/main" id="{4FF69346-734C-48C7-E5EE-70B81A2C2EFF}"/>
              </a:ext>
            </a:extLst>
          </p:cNvPr>
          <p:cNvGrpSpPr/>
          <p:nvPr/>
        </p:nvGrpSpPr>
        <p:grpSpPr>
          <a:xfrm>
            <a:off x="1117899" y="676118"/>
            <a:ext cx="438754" cy="772904"/>
            <a:chOff x="4950175" y="2998438"/>
            <a:chExt cx="88725" cy="156300"/>
          </a:xfrm>
        </p:grpSpPr>
        <p:sp>
          <p:nvSpPr>
            <p:cNvPr id="1130" name="Google Shape;1130;p29">
              <a:extLst>
                <a:ext uri="{FF2B5EF4-FFF2-40B4-BE49-F238E27FC236}">
                  <a16:creationId xmlns:a16="http://schemas.microsoft.com/office/drawing/2014/main" id="{C1852069-AABE-C89D-0A53-505C33C38171}"/>
                </a:ext>
              </a:extLst>
            </p:cNvPr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9">
              <a:extLst>
                <a:ext uri="{FF2B5EF4-FFF2-40B4-BE49-F238E27FC236}">
                  <a16:creationId xmlns:a16="http://schemas.microsoft.com/office/drawing/2014/main" id="{B6176A08-4735-90A4-CE74-7F5DB68D88AB}"/>
                </a:ext>
              </a:extLst>
            </p:cNvPr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9">
              <a:extLst>
                <a:ext uri="{FF2B5EF4-FFF2-40B4-BE49-F238E27FC236}">
                  <a16:creationId xmlns:a16="http://schemas.microsoft.com/office/drawing/2014/main" id="{F4C7FD24-C44E-DA5F-AF38-BB7E878FF992}"/>
                </a:ext>
              </a:extLst>
            </p:cNvPr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29">
              <a:extLst>
                <a:ext uri="{FF2B5EF4-FFF2-40B4-BE49-F238E27FC236}">
                  <a16:creationId xmlns:a16="http://schemas.microsoft.com/office/drawing/2014/main" id="{34E756AF-9608-3D3E-2162-92125534F007}"/>
                </a:ext>
              </a:extLst>
            </p:cNvPr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29">
              <a:extLst>
                <a:ext uri="{FF2B5EF4-FFF2-40B4-BE49-F238E27FC236}">
                  <a16:creationId xmlns:a16="http://schemas.microsoft.com/office/drawing/2014/main" id="{57E5B20E-FF21-F151-A876-C4D97791B55F}"/>
                </a:ext>
              </a:extLst>
            </p:cNvPr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29">
              <a:extLst>
                <a:ext uri="{FF2B5EF4-FFF2-40B4-BE49-F238E27FC236}">
                  <a16:creationId xmlns:a16="http://schemas.microsoft.com/office/drawing/2014/main" id="{F0E0CBFC-3118-514C-5FAE-6DB3812C2CE2}"/>
                </a:ext>
              </a:extLst>
            </p:cNvPr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29">
              <a:extLst>
                <a:ext uri="{FF2B5EF4-FFF2-40B4-BE49-F238E27FC236}">
                  <a16:creationId xmlns:a16="http://schemas.microsoft.com/office/drawing/2014/main" id="{5880A264-ED62-5BC8-6075-449AB6DE9C3C}"/>
                </a:ext>
              </a:extLst>
            </p:cNvPr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29">
              <a:extLst>
                <a:ext uri="{FF2B5EF4-FFF2-40B4-BE49-F238E27FC236}">
                  <a16:creationId xmlns:a16="http://schemas.microsoft.com/office/drawing/2014/main" id="{C2E84594-3034-2A03-F2D2-C16060BEDA94}"/>
                </a:ext>
              </a:extLst>
            </p:cNvPr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29">
              <a:extLst>
                <a:ext uri="{FF2B5EF4-FFF2-40B4-BE49-F238E27FC236}">
                  <a16:creationId xmlns:a16="http://schemas.microsoft.com/office/drawing/2014/main" id="{9473D36B-4C7E-D30A-7BDF-5F9465FB3DDE}"/>
                </a:ext>
              </a:extLst>
            </p:cNvPr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29">
              <a:extLst>
                <a:ext uri="{FF2B5EF4-FFF2-40B4-BE49-F238E27FC236}">
                  <a16:creationId xmlns:a16="http://schemas.microsoft.com/office/drawing/2014/main" id="{85654FD1-1CBE-9CDA-2935-B3B3229ADDEA}"/>
                </a:ext>
              </a:extLst>
            </p:cNvPr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29">
              <a:extLst>
                <a:ext uri="{FF2B5EF4-FFF2-40B4-BE49-F238E27FC236}">
                  <a16:creationId xmlns:a16="http://schemas.microsoft.com/office/drawing/2014/main" id="{99F42576-F0B8-9283-C35B-4FB79C9635C2}"/>
                </a:ext>
              </a:extLst>
            </p:cNvPr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29">
              <a:extLst>
                <a:ext uri="{FF2B5EF4-FFF2-40B4-BE49-F238E27FC236}">
                  <a16:creationId xmlns:a16="http://schemas.microsoft.com/office/drawing/2014/main" id="{4BB6ED61-2BD8-5653-2F4D-6BDBA0F15AE3}"/>
                </a:ext>
              </a:extLst>
            </p:cNvPr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29">
              <a:extLst>
                <a:ext uri="{FF2B5EF4-FFF2-40B4-BE49-F238E27FC236}">
                  <a16:creationId xmlns:a16="http://schemas.microsoft.com/office/drawing/2014/main" id="{3628BBF4-DED4-8126-3B72-C9499FC2F8A1}"/>
                </a:ext>
              </a:extLst>
            </p:cNvPr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29">
              <a:extLst>
                <a:ext uri="{FF2B5EF4-FFF2-40B4-BE49-F238E27FC236}">
                  <a16:creationId xmlns:a16="http://schemas.microsoft.com/office/drawing/2014/main" id="{CD5A9E63-5246-5F0B-9E43-EC40E6658032}"/>
                </a:ext>
              </a:extLst>
            </p:cNvPr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29">
              <a:extLst>
                <a:ext uri="{FF2B5EF4-FFF2-40B4-BE49-F238E27FC236}">
                  <a16:creationId xmlns:a16="http://schemas.microsoft.com/office/drawing/2014/main" id="{A47557EE-36A6-48F0-BBA3-CD2A346C3616}"/>
                </a:ext>
              </a:extLst>
            </p:cNvPr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29">
              <a:extLst>
                <a:ext uri="{FF2B5EF4-FFF2-40B4-BE49-F238E27FC236}">
                  <a16:creationId xmlns:a16="http://schemas.microsoft.com/office/drawing/2014/main" id="{CFF10C0D-7F8F-EC57-7ACB-4D4F7B25C499}"/>
                </a:ext>
              </a:extLst>
            </p:cNvPr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9">
              <a:extLst>
                <a:ext uri="{FF2B5EF4-FFF2-40B4-BE49-F238E27FC236}">
                  <a16:creationId xmlns:a16="http://schemas.microsoft.com/office/drawing/2014/main" id="{4FC23D8A-21CD-1F5F-591F-1D080F98BCCD}"/>
                </a:ext>
              </a:extLst>
            </p:cNvPr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9">
              <a:extLst>
                <a:ext uri="{FF2B5EF4-FFF2-40B4-BE49-F238E27FC236}">
                  <a16:creationId xmlns:a16="http://schemas.microsoft.com/office/drawing/2014/main" id="{AB1A62FE-8D40-B0ED-7668-8672060C503B}"/>
                </a:ext>
              </a:extLst>
            </p:cNvPr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9">
              <a:extLst>
                <a:ext uri="{FF2B5EF4-FFF2-40B4-BE49-F238E27FC236}">
                  <a16:creationId xmlns:a16="http://schemas.microsoft.com/office/drawing/2014/main" id="{780965D2-5C4C-FD2A-02B2-0B697BE02CF2}"/>
                </a:ext>
              </a:extLst>
            </p:cNvPr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29">
              <a:extLst>
                <a:ext uri="{FF2B5EF4-FFF2-40B4-BE49-F238E27FC236}">
                  <a16:creationId xmlns:a16="http://schemas.microsoft.com/office/drawing/2014/main" id="{DBE62113-047C-F156-1290-A3CD946FD65E}"/>
                </a:ext>
              </a:extLst>
            </p:cNvPr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29">
              <a:extLst>
                <a:ext uri="{FF2B5EF4-FFF2-40B4-BE49-F238E27FC236}">
                  <a16:creationId xmlns:a16="http://schemas.microsoft.com/office/drawing/2014/main" id="{F35C20AB-3214-8685-606B-EEF2F4D3895A}"/>
                </a:ext>
              </a:extLst>
            </p:cNvPr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9">
              <a:extLst>
                <a:ext uri="{FF2B5EF4-FFF2-40B4-BE49-F238E27FC236}">
                  <a16:creationId xmlns:a16="http://schemas.microsoft.com/office/drawing/2014/main" id="{5F076381-F10C-4BB5-6FCB-C8E6750E8A69}"/>
                </a:ext>
              </a:extLst>
            </p:cNvPr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9">
              <a:extLst>
                <a:ext uri="{FF2B5EF4-FFF2-40B4-BE49-F238E27FC236}">
                  <a16:creationId xmlns:a16="http://schemas.microsoft.com/office/drawing/2014/main" id="{7A3D1329-D539-64FE-3080-76FC5F39F317}"/>
                </a:ext>
              </a:extLst>
            </p:cNvPr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9">
              <a:extLst>
                <a:ext uri="{FF2B5EF4-FFF2-40B4-BE49-F238E27FC236}">
                  <a16:creationId xmlns:a16="http://schemas.microsoft.com/office/drawing/2014/main" id="{747107A7-9D71-B437-4748-365EC8383B06}"/>
                </a:ext>
              </a:extLst>
            </p:cNvPr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9">
              <a:extLst>
                <a:ext uri="{FF2B5EF4-FFF2-40B4-BE49-F238E27FC236}">
                  <a16:creationId xmlns:a16="http://schemas.microsoft.com/office/drawing/2014/main" id="{2D8D3D37-0ABF-33D2-D859-4312EB511A7A}"/>
                </a:ext>
              </a:extLst>
            </p:cNvPr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9">
              <a:extLst>
                <a:ext uri="{FF2B5EF4-FFF2-40B4-BE49-F238E27FC236}">
                  <a16:creationId xmlns:a16="http://schemas.microsoft.com/office/drawing/2014/main" id="{C179CF35-9486-CCC9-D20E-0CCE9EFD0471}"/>
                </a:ext>
              </a:extLst>
            </p:cNvPr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29">
              <a:extLst>
                <a:ext uri="{FF2B5EF4-FFF2-40B4-BE49-F238E27FC236}">
                  <a16:creationId xmlns:a16="http://schemas.microsoft.com/office/drawing/2014/main" id="{83FA0212-D2B3-16FA-6FFB-BE0255502AFD}"/>
                </a:ext>
              </a:extLst>
            </p:cNvPr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29">
              <a:extLst>
                <a:ext uri="{FF2B5EF4-FFF2-40B4-BE49-F238E27FC236}">
                  <a16:creationId xmlns:a16="http://schemas.microsoft.com/office/drawing/2014/main" id="{7423D2A0-91A3-4A6E-00E1-4DE0396C5B16}"/>
                </a:ext>
              </a:extLst>
            </p:cNvPr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29">
              <a:extLst>
                <a:ext uri="{FF2B5EF4-FFF2-40B4-BE49-F238E27FC236}">
                  <a16:creationId xmlns:a16="http://schemas.microsoft.com/office/drawing/2014/main" id="{5596E889-FB28-4F2E-E750-304F770F7FB9}"/>
                </a:ext>
              </a:extLst>
            </p:cNvPr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9">
              <a:extLst>
                <a:ext uri="{FF2B5EF4-FFF2-40B4-BE49-F238E27FC236}">
                  <a16:creationId xmlns:a16="http://schemas.microsoft.com/office/drawing/2014/main" id="{A72A1017-6FC1-979C-47A3-4C54A3FAF821}"/>
                </a:ext>
              </a:extLst>
            </p:cNvPr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9">
              <a:extLst>
                <a:ext uri="{FF2B5EF4-FFF2-40B4-BE49-F238E27FC236}">
                  <a16:creationId xmlns:a16="http://schemas.microsoft.com/office/drawing/2014/main" id="{D0A9B4B3-FC1D-74F1-A2D2-901FD4907CDA}"/>
                </a:ext>
              </a:extLst>
            </p:cNvPr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9">
              <a:extLst>
                <a:ext uri="{FF2B5EF4-FFF2-40B4-BE49-F238E27FC236}">
                  <a16:creationId xmlns:a16="http://schemas.microsoft.com/office/drawing/2014/main" id="{8DA2F490-B7E5-8B6C-D777-6FC3352E6A91}"/>
                </a:ext>
              </a:extLst>
            </p:cNvPr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9">
              <a:extLst>
                <a:ext uri="{FF2B5EF4-FFF2-40B4-BE49-F238E27FC236}">
                  <a16:creationId xmlns:a16="http://schemas.microsoft.com/office/drawing/2014/main" id="{6746395B-C75E-C8CC-AE67-DCDDE7E6955F}"/>
                </a:ext>
              </a:extLst>
            </p:cNvPr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9">
              <a:extLst>
                <a:ext uri="{FF2B5EF4-FFF2-40B4-BE49-F238E27FC236}">
                  <a16:creationId xmlns:a16="http://schemas.microsoft.com/office/drawing/2014/main" id="{5C8CBDB0-B417-B7D4-861D-1A4DA2E5309A}"/>
                </a:ext>
              </a:extLst>
            </p:cNvPr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9">
              <a:extLst>
                <a:ext uri="{FF2B5EF4-FFF2-40B4-BE49-F238E27FC236}">
                  <a16:creationId xmlns:a16="http://schemas.microsoft.com/office/drawing/2014/main" id="{942AF214-05CE-F1C4-BA38-86AEC6A854F0}"/>
                </a:ext>
              </a:extLst>
            </p:cNvPr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29">
              <a:extLst>
                <a:ext uri="{FF2B5EF4-FFF2-40B4-BE49-F238E27FC236}">
                  <a16:creationId xmlns:a16="http://schemas.microsoft.com/office/drawing/2014/main" id="{01661787-9837-E884-1136-B38AA3FDD826}"/>
                </a:ext>
              </a:extLst>
            </p:cNvPr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66" name="Google Shape;1166;p29">
            <a:extLst>
              <a:ext uri="{FF2B5EF4-FFF2-40B4-BE49-F238E27FC236}">
                <a16:creationId xmlns:a16="http://schemas.microsoft.com/office/drawing/2014/main" id="{02D5B79C-37DD-165D-38FA-57098D5702AA}"/>
              </a:ext>
            </a:extLst>
          </p:cNvPr>
          <p:cNvCxnSpPr/>
          <p:nvPr/>
        </p:nvCxnSpPr>
        <p:spPr>
          <a:xfrm>
            <a:off x="3852382" y="1298818"/>
            <a:ext cx="1215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67" name="Google Shape;1167;p29">
            <a:extLst>
              <a:ext uri="{FF2B5EF4-FFF2-40B4-BE49-F238E27FC236}">
                <a16:creationId xmlns:a16="http://schemas.microsoft.com/office/drawing/2014/main" id="{EC4F084F-8394-AFE2-8BD0-57F4A5FB14D8}"/>
              </a:ext>
            </a:extLst>
          </p:cNvPr>
          <p:cNvGrpSpPr/>
          <p:nvPr/>
        </p:nvGrpSpPr>
        <p:grpSpPr>
          <a:xfrm>
            <a:off x="6143125" y="4405925"/>
            <a:ext cx="315575" cy="366750"/>
            <a:chOff x="6143125" y="4405925"/>
            <a:chExt cx="315575" cy="366750"/>
          </a:xfrm>
        </p:grpSpPr>
        <p:grpSp>
          <p:nvGrpSpPr>
            <p:cNvPr id="1168" name="Google Shape;1168;p29">
              <a:extLst>
                <a:ext uri="{FF2B5EF4-FFF2-40B4-BE49-F238E27FC236}">
                  <a16:creationId xmlns:a16="http://schemas.microsoft.com/office/drawing/2014/main" id="{F8BA83A0-86DC-891E-F4B3-2D55F1DBD810}"/>
                </a:ext>
              </a:extLst>
            </p:cNvPr>
            <p:cNvGrpSpPr/>
            <p:nvPr/>
          </p:nvGrpSpPr>
          <p:grpSpPr>
            <a:xfrm>
              <a:off x="6351500" y="4405925"/>
              <a:ext cx="107200" cy="107175"/>
              <a:chOff x="4125350" y="1946513"/>
              <a:chExt cx="107200" cy="107175"/>
            </a:xfrm>
          </p:grpSpPr>
          <p:sp>
            <p:nvSpPr>
              <p:cNvPr id="1169" name="Google Shape;1169;p29">
                <a:extLst>
                  <a:ext uri="{FF2B5EF4-FFF2-40B4-BE49-F238E27FC236}">
                    <a16:creationId xmlns:a16="http://schemas.microsoft.com/office/drawing/2014/main" id="{26169132-9289-4687-2969-91A231100704}"/>
                  </a:ext>
                </a:extLst>
              </p:cNvPr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29">
                <a:extLst>
                  <a:ext uri="{FF2B5EF4-FFF2-40B4-BE49-F238E27FC236}">
                    <a16:creationId xmlns:a16="http://schemas.microsoft.com/office/drawing/2014/main" id="{E9867AD4-7705-45BC-6C0C-09C75697D80A}"/>
                  </a:ext>
                </a:extLst>
              </p:cNvPr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1" name="Google Shape;1171;p29">
              <a:extLst>
                <a:ext uri="{FF2B5EF4-FFF2-40B4-BE49-F238E27FC236}">
                  <a16:creationId xmlns:a16="http://schemas.microsoft.com/office/drawing/2014/main" id="{5C724512-F391-3269-7D68-3FD86A9F65E0}"/>
                </a:ext>
              </a:extLst>
            </p:cNvPr>
            <p:cNvGrpSpPr/>
            <p:nvPr/>
          </p:nvGrpSpPr>
          <p:grpSpPr>
            <a:xfrm>
              <a:off x="6143125" y="4513100"/>
              <a:ext cx="107200" cy="107175"/>
              <a:chOff x="4125350" y="1946513"/>
              <a:chExt cx="107200" cy="107175"/>
            </a:xfrm>
          </p:grpSpPr>
          <p:sp>
            <p:nvSpPr>
              <p:cNvPr id="1172" name="Google Shape;1172;p29">
                <a:extLst>
                  <a:ext uri="{FF2B5EF4-FFF2-40B4-BE49-F238E27FC236}">
                    <a16:creationId xmlns:a16="http://schemas.microsoft.com/office/drawing/2014/main" id="{161A99B0-E322-53F0-6FBC-0F34E683C3E4}"/>
                  </a:ext>
                </a:extLst>
              </p:cNvPr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29">
                <a:extLst>
                  <a:ext uri="{FF2B5EF4-FFF2-40B4-BE49-F238E27FC236}">
                    <a16:creationId xmlns:a16="http://schemas.microsoft.com/office/drawing/2014/main" id="{93227C8F-4878-70FA-8391-FF28D26988EA}"/>
                  </a:ext>
                </a:extLst>
              </p:cNvPr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4" name="Google Shape;1174;p29">
              <a:extLst>
                <a:ext uri="{FF2B5EF4-FFF2-40B4-BE49-F238E27FC236}">
                  <a16:creationId xmlns:a16="http://schemas.microsoft.com/office/drawing/2014/main" id="{63197481-053E-F19A-2C26-25D65FD29292}"/>
                </a:ext>
              </a:extLst>
            </p:cNvPr>
            <p:cNvGrpSpPr/>
            <p:nvPr/>
          </p:nvGrpSpPr>
          <p:grpSpPr>
            <a:xfrm>
              <a:off x="6295525" y="4665500"/>
              <a:ext cx="107200" cy="107175"/>
              <a:chOff x="4125350" y="1946513"/>
              <a:chExt cx="107200" cy="107175"/>
            </a:xfrm>
          </p:grpSpPr>
          <p:sp>
            <p:nvSpPr>
              <p:cNvPr id="1175" name="Google Shape;1175;p29">
                <a:extLst>
                  <a:ext uri="{FF2B5EF4-FFF2-40B4-BE49-F238E27FC236}">
                    <a16:creationId xmlns:a16="http://schemas.microsoft.com/office/drawing/2014/main" id="{3F12FE7A-BC23-7064-07C8-11386E03E487}"/>
                  </a:ext>
                </a:extLst>
              </p:cNvPr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29">
                <a:extLst>
                  <a:ext uri="{FF2B5EF4-FFF2-40B4-BE49-F238E27FC236}">
                    <a16:creationId xmlns:a16="http://schemas.microsoft.com/office/drawing/2014/main" id="{391A1BBB-FDCD-91B7-0AAE-5DB0FAAE5E54}"/>
                  </a:ext>
                </a:extLst>
              </p:cNvPr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6BEB12D-17A2-3E11-7005-A0E1893E6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71" y="1463468"/>
            <a:ext cx="5254415" cy="29556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144212-8DD7-98AA-1CA7-035C8D32D81F}"/>
              </a:ext>
            </a:extLst>
          </p:cNvPr>
          <p:cNvSpPr txBox="1"/>
          <p:nvPr/>
        </p:nvSpPr>
        <p:spPr>
          <a:xfrm>
            <a:off x="6192550" y="2325184"/>
            <a:ext cx="299745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API endpoints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Fetch live sensor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Fetch alarm history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 responses</a:t>
            </a:r>
          </a:p>
        </p:txBody>
      </p:sp>
    </p:spTree>
    <p:extLst>
      <p:ext uri="{BB962C8B-B14F-4D97-AF65-F5344CB8AC3E}">
        <p14:creationId xmlns:p14="http://schemas.microsoft.com/office/powerpoint/2010/main" val="724417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2E7E"/>
        </a:solidFill>
        <a:effectLst/>
      </p:bgPr>
    </p:bg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32"/>
          <p:cNvSpPr txBox="1">
            <a:spLocks noGrp="1"/>
          </p:cNvSpPr>
          <p:nvPr>
            <p:ph type="title"/>
          </p:nvPr>
        </p:nvSpPr>
        <p:spPr>
          <a:xfrm>
            <a:off x="1303828" y="789042"/>
            <a:ext cx="6809590" cy="8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MAINTENANCE CONSOLE (BONUS A)</a:t>
            </a:r>
            <a:endParaRPr dirty="0">
              <a:solidFill>
                <a:srgbClr val="A8C3EA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pSp>
        <p:nvGrpSpPr>
          <p:cNvPr id="1305" name="Google Shape;1305;p32"/>
          <p:cNvGrpSpPr/>
          <p:nvPr/>
        </p:nvGrpSpPr>
        <p:grpSpPr>
          <a:xfrm>
            <a:off x="4522375" y="4341025"/>
            <a:ext cx="315575" cy="366750"/>
            <a:chOff x="8558925" y="4522650"/>
            <a:chExt cx="315575" cy="366750"/>
          </a:xfrm>
        </p:grpSpPr>
        <p:grpSp>
          <p:nvGrpSpPr>
            <p:cNvPr id="1306" name="Google Shape;1306;p32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1307" name="Google Shape;1307;p32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32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9" name="Google Shape;1309;p32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1310" name="Google Shape;1310;p32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32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12" name="Google Shape;1312;p32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1313" name="Google Shape;1313;p32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32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15" name="Google Shape;1315;p32"/>
          <p:cNvGrpSpPr/>
          <p:nvPr/>
        </p:nvGrpSpPr>
        <p:grpSpPr>
          <a:xfrm>
            <a:off x="7732699" y="299993"/>
            <a:ext cx="438754" cy="772904"/>
            <a:chOff x="4950175" y="2998438"/>
            <a:chExt cx="88725" cy="156300"/>
          </a:xfrm>
        </p:grpSpPr>
        <p:sp>
          <p:nvSpPr>
            <p:cNvPr id="1316" name="Google Shape;1316;p32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2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2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2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2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32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32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2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2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2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2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2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2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2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32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32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32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32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32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32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32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32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2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2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2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2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2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2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2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2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32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32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32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32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32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32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2" name="Google Shape;1352;p32"/>
          <p:cNvGrpSpPr/>
          <p:nvPr/>
        </p:nvGrpSpPr>
        <p:grpSpPr>
          <a:xfrm flipH="1">
            <a:off x="713213" y="3824384"/>
            <a:ext cx="361129" cy="3106418"/>
            <a:chOff x="6317900" y="1197313"/>
            <a:chExt cx="180700" cy="1554375"/>
          </a:xfrm>
        </p:grpSpPr>
        <p:sp>
          <p:nvSpPr>
            <p:cNvPr id="1353" name="Google Shape;1353;p32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32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32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32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32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32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FB9023B-04D9-D254-0E20-F3870B936268}"/>
              </a:ext>
            </a:extLst>
          </p:cNvPr>
          <p:cNvSpPr txBox="1"/>
          <p:nvPr/>
        </p:nvSpPr>
        <p:spPr>
          <a:xfrm>
            <a:off x="6243262" y="2123822"/>
            <a:ext cx="33963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Protected access (password)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9D2058B-1840-17B5-5522-5FBF5F8D4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05560"/>
            <a:ext cx="5934116" cy="33379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2E7E"/>
        </a:solidFill>
        <a:effectLst/>
      </p:bgPr>
    </p:bg>
    <p:spTree>
      <p:nvGrpSpPr>
        <p:cNvPr id="1" name="Shape 1302">
          <a:extLst>
            <a:ext uri="{FF2B5EF4-FFF2-40B4-BE49-F238E27FC236}">
              <a16:creationId xmlns:a16="http://schemas.microsoft.com/office/drawing/2014/main" id="{DB3EF235-6CBE-73A0-C5D6-932D568C0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32">
            <a:extLst>
              <a:ext uri="{FF2B5EF4-FFF2-40B4-BE49-F238E27FC236}">
                <a16:creationId xmlns:a16="http://schemas.microsoft.com/office/drawing/2014/main" id="{5B937446-DEA5-14D9-74A7-4B711E4D13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28" y="789042"/>
            <a:ext cx="6809590" cy="8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MAINTENANCE CONSOLE (BONUS A)</a:t>
            </a:r>
            <a:endParaRPr dirty="0">
              <a:solidFill>
                <a:srgbClr val="A8C3EA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pSp>
        <p:nvGrpSpPr>
          <p:cNvPr id="1305" name="Google Shape;1305;p32">
            <a:extLst>
              <a:ext uri="{FF2B5EF4-FFF2-40B4-BE49-F238E27FC236}">
                <a16:creationId xmlns:a16="http://schemas.microsoft.com/office/drawing/2014/main" id="{907BCF74-9E50-FCD8-BD40-47CDED52FA13}"/>
              </a:ext>
            </a:extLst>
          </p:cNvPr>
          <p:cNvGrpSpPr/>
          <p:nvPr/>
        </p:nvGrpSpPr>
        <p:grpSpPr>
          <a:xfrm>
            <a:off x="4522375" y="4341025"/>
            <a:ext cx="315575" cy="366750"/>
            <a:chOff x="8558925" y="4522650"/>
            <a:chExt cx="315575" cy="366750"/>
          </a:xfrm>
        </p:grpSpPr>
        <p:grpSp>
          <p:nvGrpSpPr>
            <p:cNvPr id="1306" name="Google Shape;1306;p32">
              <a:extLst>
                <a:ext uri="{FF2B5EF4-FFF2-40B4-BE49-F238E27FC236}">
                  <a16:creationId xmlns:a16="http://schemas.microsoft.com/office/drawing/2014/main" id="{9C685F05-8713-E6E2-0A0F-3C5350CE8AF4}"/>
                </a:ext>
              </a:extLst>
            </p:cNvPr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1307" name="Google Shape;1307;p32">
                <a:extLst>
                  <a:ext uri="{FF2B5EF4-FFF2-40B4-BE49-F238E27FC236}">
                    <a16:creationId xmlns:a16="http://schemas.microsoft.com/office/drawing/2014/main" id="{B3255D36-A2F2-1B2C-8053-13381EEBE7CF}"/>
                  </a:ext>
                </a:extLst>
              </p:cNvPr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32">
                <a:extLst>
                  <a:ext uri="{FF2B5EF4-FFF2-40B4-BE49-F238E27FC236}">
                    <a16:creationId xmlns:a16="http://schemas.microsoft.com/office/drawing/2014/main" id="{8967CBE2-0A2E-28C6-6A8C-5C5998954765}"/>
                  </a:ext>
                </a:extLst>
              </p:cNvPr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9" name="Google Shape;1309;p32">
              <a:extLst>
                <a:ext uri="{FF2B5EF4-FFF2-40B4-BE49-F238E27FC236}">
                  <a16:creationId xmlns:a16="http://schemas.microsoft.com/office/drawing/2014/main" id="{06F2997B-F6BF-0F3D-FB7E-B3CB9EBAC397}"/>
                </a:ext>
              </a:extLst>
            </p:cNvPr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1310" name="Google Shape;1310;p32">
                <a:extLst>
                  <a:ext uri="{FF2B5EF4-FFF2-40B4-BE49-F238E27FC236}">
                    <a16:creationId xmlns:a16="http://schemas.microsoft.com/office/drawing/2014/main" id="{2D4D65F7-9855-6D1E-08B5-845C9509E7D9}"/>
                  </a:ext>
                </a:extLst>
              </p:cNvPr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32">
                <a:extLst>
                  <a:ext uri="{FF2B5EF4-FFF2-40B4-BE49-F238E27FC236}">
                    <a16:creationId xmlns:a16="http://schemas.microsoft.com/office/drawing/2014/main" id="{462D48FB-384D-B8F3-4D87-FAE179ACC9F8}"/>
                  </a:ext>
                </a:extLst>
              </p:cNvPr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12" name="Google Shape;1312;p32">
              <a:extLst>
                <a:ext uri="{FF2B5EF4-FFF2-40B4-BE49-F238E27FC236}">
                  <a16:creationId xmlns:a16="http://schemas.microsoft.com/office/drawing/2014/main" id="{F5E5F6C2-CE15-5CE6-9D56-264355A55082}"/>
                </a:ext>
              </a:extLst>
            </p:cNvPr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1313" name="Google Shape;1313;p32">
                <a:extLst>
                  <a:ext uri="{FF2B5EF4-FFF2-40B4-BE49-F238E27FC236}">
                    <a16:creationId xmlns:a16="http://schemas.microsoft.com/office/drawing/2014/main" id="{81D55AC0-C14F-2602-CCCB-339E1F199AA4}"/>
                  </a:ext>
                </a:extLst>
              </p:cNvPr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32">
                <a:extLst>
                  <a:ext uri="{FF2B5EF4-FFF2-40B4-BE49-F238E27FC236}">
                    <a16:creationId xmlns:a16="http://schemas.microsoft.com/office/drawing/2014/main" id="{95C8DE79-4524-40BB-1261-A95ACEEB6C3F}"/>
                  </a:ext>
                </a:extLst>
              </p:cNvPr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15" name="Google Shape;1315;p32">
            <a:extLst>
              <a:ext uri="{FF2B5EF4-FFF2-40B4-BE49-F238E27FC236}">
                <a16:creationId xmlns:a16="http://schemas.microsoft.com/office/drawing/2014/main" id="{58649D68-CDD0-6F89-7E24-6471B9329314}"/>
              </a:ext>
            </a:extLst>
          </p:cNvPr>
          <p:cNvGrpSpPr/>
          <p:nvPr/>
        </p:nvGrpSpPr>
        <p:grpSpPr>
          <a:xfrm>
            <a:off x="7732699" y="299993"/>
            <a:ext cx="438754" cy="772904"/>
            <a:chOff x="4950175" y="2998438"/>
            <a:chExt cx="88725" cy="156300"/>
          </a:xfrm>
        </p:grpSpPr>
        <p:sp>
          <p:nvSpPr>
            <p:cNvPr id="1316" name="Google Shape;1316;p32">
              <a:extLst>
                <a:ext uri="{FF2B5EF4-FFF2-40B4-BE49-F238E27FC236}">
                  <a16:creationId xmlns:a16="http://schemas.microsoft.com/office/drawing/2014/main" id="{1C210936-269F-0C71-C5FF-7F654F326C22}"/>
                </a:ext>
              </a:extLst>
            </p:cNvPr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2">
              <a:extLst>
                <a:ext uri="{FF2B5EF4-FFF2-40B4-BE49-F238E27FC236}">
                  <a16:creationId xmlns:a16="http://schemas.microsoft.com/office/drawing/2014/main" id="{15F33408-5BA4-F4BC-CFC1-F8E0D2DF3196}"/>
                </a:ext>
              </a:extLst>
            </p:cNvPr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2">
              <a:extLst>
                <a:ext uri="{FF2B5EF4-FFF2-40B4-BE49-F238E27FC236}">
                  <a16:creationId xmlns:a16="http://schemas.microsoft.com/office/drawing/2014/main" id="{4B805EDF-5555-DE20-5EFC-F0F49FAC235F}"/>
                </a:ext>
              </a:extLst>
            </p:cNvPr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2">
              <a:extLst>
                <a:ext uri="{FF2B5EF4-FFF2-40B4-BE49-F238E27FC236}">
                  <a16:creationId xmlns:a16="http://schemas.microsoft.com/office/drawing/2014/main" id="{409D1110-0465-D339-779E-2A9450C6C88D}"/>
                </a:ext>
              </a:extLst>
            </p:cNvPr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2">
              <a:extLst>
                <a:ext uri="{FF2B5EF4-FFF2-40B4-BE49-F238E27FC236}">
                  <a16:creationId xmlns:a16="http://schemas.microsoft.com/office/drawing/2014/main" id="{D15C9EEF-CA09-C0BF-38A9-A4084E75FEAB}"/>
                </a:ext>
              </a:extLst>
            </p:cNvPr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32">
              <a:extLst>
                <a:ext uri="{FF2B5EF4-FFF2-40B4-BE49-F238E27FC236}">
                  <a16:creationId xmlns:a16="http://schemas.microsoft.com/office/drawing/2014/main" id="{418681E1-5DFD-3E05-25C6-84B77181782D}"/>
                </a:ext>
              </a:extLst>
            </p:cNvPr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32">
              <a:extLst>
                <a:ext uri="{FF2B5EF4-FFF2-40B4-BE49-F238E27FC236}">
                  <a16:creationId xmlns:a16="http://schemas.microsoft.com/office/drawing/2014/main" id="{9FC52311-03C3-A706-7C14-E83CBEE02784}"/>
                </a:ext>
              </a:extLst>
            </p:cNvPr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2">
              <a:extLst>
                <a:ext uri="{FF2B5EF4-FFF2-40B4-BE49-F238E27FC236}">
                  <a16:creationId xmlns:a16="http://schemas.microsoft.com/office/drawing/2014/main" id="{A460E9C0-ABAA-A988-406D-888DE476B0F1}"/>
                </a:ext>
              </a:extLst>
            </p:cNvPr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2">
              <a:extLst>
                <a:ext uri="{FF2B5EF4-FFF2-40B4-BE49-F238E27FC236}">
                  <a16:creationId xmlns:a16="http://schemas.microsoft.com/office/drawing/2014/main" id="{572FF5D1-EE3E-60B1-3928-BD9C67D4CD1C}"/>
                </a:ext>
              </a:extLst>
            </p:cNvPr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2">
              <a:extLst>
                <a:ext uri="{FF2B5EF4-FFF2-40B4-BE49-F238E27FC236}">
                  <a16:creationId xmlns:a16="http://schemas.microsoft.com/office/drawing/2014/main" id="{90F479AC-AA9C-4FDB-531D-1841A2FC972B}"/>
                </a:ext>
              </a:extLst>
            </p:cNvPr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2">
              <a:extLst>
                <a:ext uri="{FF2B5EF4-FFF2-40B4-BE49-F238E27FC236}">
                  <a16:creationId xmlns:a16="http://schemas.microsoft.com/office/drawing/2014/main" id="{B21CFB00-948E-4BBA-5161-01B7B285453D}"/>
                </a:ext>
              </a:extLst>
            </p:cNvPr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2">
              <a:extLst>
                <a:ext uri="{FF2B5EF4-FFF2-40B4-BE49-F238E27FC236}">
                  <a16:creationId xmlns:a16="http://schemas.microsoft.com/office/drawing/2014/main" id="{0D3717EC-E3BF-AB93-0E05-86C30B74A5A4}"/>
                </a:ext>
              </a:extLst>
            </p:cNvPr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2">
              <a:extLst>
                <a:ext uri="{FF2B5EF4-FFF2-40B4-BE49-F238E27FC236}">
                  <a16:creationId xmlns:a16="http://schemas.microsoft.com/office/drawing/2014/main" id="{1FD39FE4-6019-10F8-00C4-388719D3BD5B}"/>
                </a:ext>
              </a:extLst>
            </p:cNvPr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2">
              <a:extLst>
                <a:ext uri="{FF2B5EF4-FFF2-40B4-BE49-F238E27FC236}">
                  <a16:creationId xmlns:a16="http://schemas.microsoft.com/office/drawing/2014/main" id="{6E69516F-BEC1-6309-AB74-5AA34FC50252}"/>
                </a:ext>
              </a:extLst>
            </p:cNvPr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32">
              <a:extLst>
                <a:ext uri="{FF2B5EF4-FFF2-40B4-BE49-F238E27FC236}">
                  <a16:creationId xmlns:a16="http://schemas.microsoft.com/office/drawing/2014/main" id="{2431C56A-CFD8-A20D-0C7B-2E5E6616DEE4}"/>
                </a:ext>
              </a:extLst>
            </p:cNvPr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32">
              <a:extLst>
                <a:ext uri="{FF2B5EF4-FFF2-40B4-BE49-F238E27FC236}">
                  <a16:creationId xmlns:a16="http://schemas.microsoft.com/office/drawing/2014/main" id="{97E9B623-4F0F-E90F-A6BD-EF7E8F8461E8}"/>
                </a:ext>
              </a:extLst>
            </p:cNvPr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32">
              <a:extLst>
                <a:ext uri="{FF2B5EF4-FFF2-40B4-BE49-F238E27FC236}">
                  <a16:creationId xmlns:a16="http://schemas.microsoft.com/office/drawing/2014/main" id="{246598E4-E4A9-43D9-B332-763A7CE29EB9}"/>
                </a:ext>
              </a:extLst>
            </p:cNvPr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32">
              <a:extLst>
                <a:ext uri="{FF2B5EF4-FFF2-40B4-BE49-F238E27FC236}">
                  <a16:creationId xmlns:a16="http://schemas.microsoft.com/office/drawing/2014/main" id="{0FFA28AE-87FA-1567-BECE-83D32F8F5253}"/>
                </a:ext>
              </a:extLst>
            </p:cNvPr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32">
              <a:extLst>
                <a:ext uri="{FF2B5EF4-FFF2-40B4-BE49-F238E27FC236}">
                  <a16:creationId xmlns:a16="http://schemas.microsoft.com/office/drawing/2014/main" id="{F837D1D5-B748-0222-6DF8-99C6F9291F3F}"/>
                </a:ext>
              </a:extLst>
            </p:cNvPr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32">
              <a:extLst>
                <a:ext uri="{FF2B5EF4-FFF2-40B4-BE49-F238E27FC236}">
                  <a16:creationId xmlns:a16="http://schemas.microsoft.com/office/drawing/2014/main" id="{A6F1CCF0-E8BB-410F-1D02-F3B3E01B3C0E}"/>
                </a:ext>
              </a:extLst>
            </p:cNvPr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32">
              <a:extLst>
                <a:ext uri="{FF2B5EF4-FFF2-40B4-BE49-F238E27FC236}">
                  <a16:creationId xmlns:a16="http://schemas.microsoft.com/office/drawing/2014/main" id="{DB14DCD1-5F57-F51B-82DE-7E0CFAFBB55E}"/>
                </a:ext>
              </a:extLst>
            </p:cNvPr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32">
              <a:extLst>
                <a:ext uri="{FF2B5EF4-FFF2-40B4-BE49-F238E27FC236}">
                  <a16:creationId xmlns:a16="http://schemas.microsoft.com/office/drawing/2014/main" id="{ECE1A4F6-0DB8-2341-41F0-9E6CAEBBCC4F}"/>
                </a:ext>
              </a:extLst>
            </p:cNvPr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2">
              <a:extLst>
                <a:ext uri="{FF2B5EF4-FFF2-40B4-BE49-F238E27FC236}">
                  <a16:creationId xmlns:a16="http://schemas.microsoft.com/office/drawing/2014/main" id="{D062DDEE-CE7D-335D-5EDC-5EEA7951E508}"/>
                </a:ext>
              </a:extLst>
            </p:cNvPr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2">
              <a:extLst>
                <a:ext uri="{FF2B5EF4-FFF2-40B4-BE49-F238E27FC236}">
                  <a16:creationId xmlns:a16="http://schemas.microsoft.com/office/drawing/2014/main" id="{F8A6DA21-2257-B82E-522A-C51667D0D35A}"/>
                </a:ext>
              </a:extLst>
            </p:cNvPr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2">
              <a:extLst>
                <a:ext uri="{FF2B5EF4-FFF2-40B4-BE49-F238E27FC236}">
                  <a16:creationId xmlns:a16="http://schemas.microsoft.com/office/drawing/2014/main" id="{E010FCC1-609B-FB65-3D67-0745FD88DA2A}"/>
                </a:ext>
              </a:extLst>
            </p:cNvPr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2">
              <a:extLst>
                <a:ext uri="{FF2B5EF4-FFF2-40B4-BE49-F238E27FC236}">
                  <a16:creationId xmlns:a16="http://schemas.microsoft.com/office/drawing/2014/main" id="{5A0F92F0-5C79-74D3-55A6-C50492341E90}"/>
                </a:ext>
              </a:extLst>
            </p:cNvPr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2">
              <a:extLst>
                <a:ext uri="{FF2B5EF4-FFF2-40B4-BE49-F238E27FC236}">
                  <a16:creationId xmlns:a16="http://schemas.microsoft.com/office/drawing/2014/main" id="{CD7FF2DF-32A1-02B0-0A37-1E5CA93ADA68}"/>
                </a:ext>
              </a:extLst>
            </p:cNvPr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2">
              <a:extLst>
                <a:ext uri="{FF2B5EF4-FFF2-40B4-BE49-F238E27FC236}">
                  <a16:creationId xmlns:a16="http://schemas.microsoft.com/office/drawing/2014/main" id="{3D2964D0-5773-F593-9E52-F6E0D0B9693A}"/>
                </a:ext>
              </a:extLst>
            </p:cNvPr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2">
              <a:extLst>
                <a:ext uri="{FF2B5EF4-FFF2-40B4-BE49-F238E27FC236}">
                  <a16:creationId xmlns:a16="http://schemas.microsoft.com/office/drawing/2014/main" id="{4BF9F785-93AC-159D-C0F8-B82C2D8D67D1}"/>
                </a:ext>
              </a:extLst>
            </p:cNvPr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2">
              <a:extLst>
                <a:ext uri="{FF2B5EF4-FFF2-40B4-BE49-F238E27FC236}">
                  <a16:creationId xmlns:a16="http://schemas.microsoft.com/office/drawing/2014/main" id="{F4A4A56C-7CE7-0C17-2AF9-DF8201310808}"/>
                </a:ext>
              </a:extLst>
            </p:cNvPr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32">
              <a:extLst>
                <a:ext uri="{FF2B5EF4-FFF2-40B4-BE49-F238E27FC236}">
                  <a16:creationId xmlns:a16="http://schemas.microsoft.com/office/drawing/2014/main" id="{CC3DF07A-3AD4-CBB6-BD82-0D912A2F8B3D}"/>
                </a:ext>
              </a:extLst>
            </p:cNvPr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32">
              <a:extLst>
                <a:ext uri="{FF2B5EF4-FFF2-40B4-BE49-F238E27FC236}">
                  <a16:creationId xmlns:a16="http://schemas.microsoft.com/office/drawing/2014/main" id="{1E3A61BF-A5E1-7630-BBDD-052346428777}"/>
                </a:ext>
              </a:extLst>
            </p:cNvPr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32">
              <a:extLst>
                <a:ext uri="{FF2B5EF4-FFF2-40B4-BE49-F238E27FC236}">
                  <a16:creationId xmlns:a16="http://schemas.microsoft.com/office/drawing/2014/main" id="{3D4B2769-DDB9-780D-F8C6-8D1247F171BB}"/>
                </a:ext>
              </a:extLst>
            </p:cNvPr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32">
              <a:extLst>
                <a:ext uri="{FF2B5EF4-FFF2-40B4-BE49-F238E27FC236}">
                  <a16:creationId xmlns:a16="http://schemas.microsoft.com/office/drawing/2014/main" id="{FA0823DE-F0DC-8275-AEE7-2BEF393A2E16}"/>
                </a:ext>
              </a:extLst>
            </p:cNvPr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32">
              <a:extLst>
                <a:ext uri="{FF2B5EF4-FFF2-40B4-BE49-F238E27FC236}">
                  <a16:creationId xmlns:a16="http://schemas.microsoft.com/office/drawing/2014/main" id="{838F4B58-480A-2374-B342-2B1306FA2B69}"/>
                </a:ext>
              </a:extLst>
            </p:cNvPr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32">
              <a:extLst>
                <a:ext uri="{FF2B5EF4-FFF2-40B4-BE49-F238E27FC236}">
                  <a16:creationId xmlns:a16="http://schemas.microsoft.com/office/drawing/2014/main" id="{A68D4055-3091-AAE1-92CC-CF252D667278}"/>
                </a:ext>
              </a:extLst>
            </p:cNvPr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2" name="Google Shape;1352;p32">
            <a:extLst>
              <a:ext uri="{FF2B5EF4-FFF2-40B4-BE49-F238E27FC236}">
                <a16:creationId xmlns:a16="http://schemas.microsoft.com/office/drawing/2014/main" id="{9B6FA064-9D29-8E2C-B4E2-1601F4F5BBB6}"/>
              </a:ext>
            </a:extLst>
          </p:cNvPr>
          <p:cNvGrpSpPr/>
          <p:nvPr/>
        </p:nvGrpSpPr>
        <p:grpSpPr>
          <a:xfrm flipH="1">
            <a:off x="713213" y="3824384"/>
            <a:ext cx="361129" cy="3106418"/>
            <a:chOff x="6317900" y="1197313"/>
            <a:chExt cx="180700" cy="1554375"/>
          </a:xfrm>
        </p:grpSpPr>
        <p:sp>
          <p:nvSpPr>
            <p:cNvPr id="1353" name="Google Shape;1353;p32">
              <a:extLst>
                <a:ext uri="{FF2B5EF4-FFF2-40B4-BE49-F238E27FC236}">
                  <a16:creationId xmlns:a16="http://schemas.microsoft.com/office/drawing/2014/main" id="{CE102354-88A5-D1E0-8A47-53FC9F6E9F14}"/>
                </a:ext>
              </a:extLst>
            </p:cNvPr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32">
              <a:extLst>
                <a:ext uri="{FF2B5EF4-FFF2-40B4-BE49-F238E27FC236}">
                  <a16:creationId xmlns:a16="http://schemas.microsoft.com/office/drawing/2014/main" id="{A1E14AE4-13F0-71EB-5C58-BB3056C52FDA}"/>
                </a:ext>
              </a:extLst>
            </p:cNvPr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32">
              <a:extLst>
                <a:ext uri="{FF2B5EF4-FFF2-40B4-BE49-F238E27FC236}">
                  <a16:creationId xmlns:a16="http://schemas.microsoft.com/office/drawing/2014/main" id="{F72B9B04-0057-FFC9-4564-61047A15FD8A}"/>
                </a:ext>
              </a:extLst>
            </p:cNvPr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32">
              <a:extLst>
                <a:ext uri="{FF2B5EF4-FFF2-40B4-BE49-F238E27FC236}">
                  <a16:creationId xmlns:a16="http://schemas.microsoft.com/office/drawing/2014/main" id="{048F058B-88FA-E06F-AB4D-C06A64FBB5A9}"/>
                </a:ext>
              </a:extLst>
            </p:cNvPr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32">
              <a:extLst>
                <a:ext uri="{FF2B5EF4-FFF2-40B4-BE49-F238E27FC236}">
                  <a16:creationId xmlns:a16="http://schemas.microsoft.com/office/drawing/2014/main" id="{9D94E145-F0A9-D914-2C8C-B3F9BE43CF77}"/>
                </a:ext>
              </a:extLst>
            </p:cNvPr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32">
              <a:extLst>
                <a:ext uri="{FF2B5EF4-FFF2-40B4-BE49-F238E27FC236}">
                  <a16:creationId xmlns:a16="http://schemas.microsoft.com/office/drawing/2014/main" id="{7AD3A1D0-CE8A-3AB6-76F6-C3D7D55AFD09}"/>
                </a:ext>
              </a:extLst>
            </p:cNvPr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32CA370-F7BE-ED47-4383-3A3D6BE4E5FA}"/>
              </a:ext>
            </a:extLst>
          </p:cNvPr>
          <p:cNvSpPr txBox="1"/>
          <p:nvPr/>
        </p:nvSpPr>
        <p:spPr>
          <a:xfrm>
            <a:off x="6243262" y="2123822"/>
            <a:ext cx="339634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Protected access (password)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Live log viewer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Force refresh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Clear alarms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Run self-test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1FC15F-3C00-8154-0639-646504816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46334"/>
            <a:ext cx="6217182" cy="349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696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2E7E"/>
        </a:solidFill>
        <a:effectLst/>
      </p:bgPr>
    </p:bg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ALARM NOTIFICATIONS (BONUS B)</a:t>
            </a:r>
            <a:endParaRPr dirty="0"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127ABC07-2703-31D3-67F3-FF210401BDC2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Desktop notifications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Alarm-based triggering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Immediate engineer awareness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F1771AD-50E0-0692-C1DC-E708E6DCB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396" y="2571750"/>
            <a:ext cx="4572000" cy="1504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2E7E"/>
        </a:solidFill>
        <a:effectLst/>
      </p:bgPr>
    </p:bg>
    <p:spTree>
      <p:nvGrpSpPr>
        <p:cNvPr id="1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TESTING</a:t>
            </a:r>
            <a:endParaRPr dirty="0"/>
          </a:p>
        </p:txBody>
      </p:sp>
      <p:sp>
        <p:nvSpPr>
          <p:cNvPr id="1376" name="Google Shape;1376;p34"/>
          <p:cNvSpPr txBox="1">
            <a:spLocks noGrp="1"/>
          </p:cNvSpPr>
          <p:nvPr>
            <p:ph type="subTitle" idx="4294967295"/>
          </p:nvPr>
        </p:nvSpPr>
        <p:spPr>
          <a:xfrm>
            <a:off x="5840479" y="1863450"/>
            <a:ext cx="4501500" cy="14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Unit tests for: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Sensor parsing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Alarm logic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Manual integration testing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4F12C7-B5C6-DBA2-93C7-FD05253EE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08" y="1306285"/>
            <a:ext cx="5528871" cy="31747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5" grpId="0"/>
      <p:bldP spid="1376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2E7E"/>
        </a:solidFill>
        <a:effectLst/>
      </p:bgPr>
    </p:bg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PROJECT STRUCTURE</a:t>
            </a:r>
            <a:endParaRPr dirty="0"/>
          </a:p>
        </p:txBody>
      </p:sp>
      <p:sp>
        <p:nvSpPr>
          <p:cNvPr id="1383" name="Google Shape;1383;p35"/>
          <p:cNvSpPr txBox="1">
            <a:spLocks noGrp="1"/>
          </p:cNvSpPr>
          <p:nvPr>
            <p:ph type="subTitle" idx="4294967295"/>
          </p:nvPr>
        </p:nvSpPr>
        <p:spPr>
          <a:xfrm>
            <a:off x="3797075" y="2006113"/>
            <a:ext cx="4501500" cy="14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74320" lvl="0" indent="-22605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28F323-677E-639A-469A-5005928A9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648" y="1483567"/>
            <a:ext cx="6072703" cy="30441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" grpId="0"/>
      <p:bldP spid="138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2E7E"/>
        </a:solidFill>
        <a:effectLst/>
      </p:bgPr>
    </p:bg>
    <p:spTree>
      <p:nvGrpSpPr>
        <p:cNvPr id="1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67"/>
          <p:cNvSpPr txBox="1">
            <a:spLocks noGrp="1"/>
          </p:cNvSpPr>
          <p:nvPr>
            <p:ph type="ctrTitle"/>
          </p:nvPr>
        </p:nvSpPr>
        <p:spPr>
          <a:xfrm>
            <a:off x="2918300" y="540000"/>
            <a:ext cx="3307500" cy="10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2231" name="Google Shape;2231;p67"/>
          <p:cNvSpPr txBox="1">
            <a:spLocks noGrp="1"/>
          </p:cNvSpPr>
          <p:nvPr>
            <p:ph type="subTitle" idx="1"/>
          </p:nvPr>
        </p:nvSpPr>
        <p:spPr>
          <a:xfrm>
            <a:off x="2918200" y="1676300"/>
            <a:ext cx="33075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Do you have any questions?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2232" name="Google Shape;2232;p67"/>
          <p:cNvGrpSpPr/>
          <p:nvPr/>
        </p:nvGrpSpPr>
        <p:grpSpPr>
          <a:xfrm rot="5400000">
            <a:off x="1215475" y="2079400"/>
            <a:ext cx="315575" cy="366750"/>
            <a:chOff x="8558925" y="4522650"/>
            <a:chExt cx="315575" cy="366750"/>
          </a:xfrm>
        </p:grpSpPr>
        <p:grpSp>
          <p:nvGrpSpPr>
            <p:cNvPr id="2233" name="Google Shape;2233;p67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2234" name="Google Shape;2234;p67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Google Shape;2235;p67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6" name="Google Shape;2236;p67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2237" name="Google Shape;2237;p67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Google Shape;2238;p67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9" name="Google Shape;2239;p67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2240" name="Google Shape;2240;p67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Google Shape;2241;p67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42" name="Google Shape;2242;p67"/>
          <p:cNvSpPr/>
          <p:nvPr/>
        </p:nvSpPr>
        <p:spPr>
          <a:xfrm rot="5400000" flipH="1">
            <a:off x="7580068" y="1461913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43" name="Google Shape;2243;p67"/>
          <p:cNvGrpSpPr/>
          <p:nvPr/>
        </p:nvGrpSpPr>
        <p:grpSpPr>
          <a:xfrm flipH="1">
            <a:off x="8211399" y="2517893"/>
            <a:ext cx="438754" cy="772904"/>
            <a:chOff x="4950175" y="2998438"/>
            <a:chExt cx="88725" cy="156300"/>
          </a:xfrm>
        </p:grpSpPr>
        <p:sp>
          <p:nvSpPr>
            <p:cNvPr id="2244" name="Google Shape;2244;p67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67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67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67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67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67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67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67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67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67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67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67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67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67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67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67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67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67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67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67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67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67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67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67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67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67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67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67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67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67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67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67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67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67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67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67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80" name="Google Shape;2280;p67"/>
          <p:cNvSpPr/>
          <p:nvPr/>
        </p:nvSpPr>
        <p:spPr>
          <a:xfrm>
            <a:off x="1532050" y="3278750"/>
            <a:ext cx="5970000" cy="939000"/>
          </a:xfrm>
          <a:prstGeom prst="rect">
            <a:avLst/>
          </a:prstGeom>
          <a:solidFill>
            <a:srgbClr val="2F2E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0" grpId="0"/>
      <p:bldP spid="2231" grpId="0" build="p"/>
    </p:bldLst>
  </p:timing>
</p:sld>
</file>

<file path=ppt/theme/theme1.xml><?xml version="1.0" encoding="utf-8"?>
<a:theme xmlns:a="http://schemas.openxmlformats.org/drawingml/2006/main" name="Software Developer Engineer Job Description by Slidesgo">
  <a:themeElements>
    <a:clrScheme name="Simple Light">
      <a:dk1>
        <a:srgbClr val="FFFFFF"/>
      </a:dk1>
      <a:lt1>
        <a:srgbClr val="FF5E8E"/>
      </a:lt1>
      <a:dk2>
        <a:srgbClr val="1E003F"/>
      </a:dk2>
      <a:lt2>
        <a:srgbClr val="A64D79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</TotalTime>
  <Words>1306</Words>
  <Application>Microsoft Office PowerPoint</Application>
  <PresentationFormat>On-screen Show (16:9)</PresentationFormat>
  <Paragraphs>107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Barlow</vt:lpstr>
      <vt:lpstr>Barlow Condensed</vt:lpstr>
      <vt:lpstr>Roboto Condensed Light</vt:lpstr>
      <vt:lpstr>Barlow Condensed SemiBold</vt:lpstr>
      <vt:lpstr>Arial</vt:lpstr>
      <vt:lpstr>Software Developer Engineer Job Description by Slidesgo</vt:lpstr>
      <vt:lpstr>Real-Time Production Line Sensor Dashboard Si-Ware Systems – Product Engineer Technical Assessment</vt:lpstr>
      <vt:lpstr>PROBLEM STATEMENT</vt:lpstr>
      <vt:lpstr>SYSTEM ARCHITECTURE</vt:lpstr>
      <vt:lpstr>MULTITHREADING MODEL</vt:lpstr>
      <vt:lpstr>MAIN DASHBOARD (GUI)</vt:lpstr>
      <vt:lpstr>REAL-TIME PLOTTING</vt:lpstr>
      <vt:lpstr>ALARM LOGIC</vt:lpstr>
      <vt:lpstr>SENSOR SIMULATOR</vt:lpstr>
      <vt:lpstr>REMOTE ACCESS / API</vt:lpstr>
      <vt:lpstr>MAINTENANCE CONSOLE (BONUS A)</vt:lpstr>
      <vt:lpstr>MAINTENANCE CONSOLE (BONUS A)</vt:lpstr>
      <vt:lpstr>ALARM NOTIFICATIONS (BONUS B)</vt:lpstr>
      <vt:lpstr>TESTING</vt:lpstr>
      <vt:lpstr>PROJECT STRUCTURE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Gehad Dahab</dc:creator>
  <cp:lastModifiedBy>Gehad Mohamed Yehia Hassan 20P4709</cp:lastModifiedBy>
  <cp:revision>17</cp:revision>
  <dcterms:modified xsi:type="dcterms:W3CDTF">2026-01-02T21:43:19Z</dcterms:modified>
</cp:coreProperties>
</file>