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Sensor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Si-Ware Systems Product Engineer Assessment</a:t>
            </a:r>
          </a:p>
          <a:p>
            <a:r>
              <a:t>Built by DeepMind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 robust, real-time monitoring solution for 5 industrial sensors.</a:t>
            </a:r>
          </a:p>
          <a:p>
            <a:pPr/>
            <a:r>
              <a:t>Key Challenges: High-frequency updates (2Hz+), multi-source data ingestion, and thread-safe UI management.</a:t>
            </a:r>
          </a:p>
          <a:p>
            <a:pPr/>
            <a:r>
              <a:t>Outcome: A modular, scalable Python desktop application with integrated analytics and remote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Concurrency: QThread pool handling 5 parallel TCP streams.</a:t>
            </a:r>
          </a:p>
          <a:p>
            <a:pPr/>
            <a:r>
              <a:t>Messaging: NDJSON (Newline-Delimited JSON) for fast, reliable parsing.</a:t>
            </a:r>
          </a:p>
          <a:p>
            <a:pPr/>
            <a:r>
              <a:t>Frontend: PySide6 + Matplotlib for real-time visualization.</a:t>
            </a:r>
          </a:p>
          <a:p>
            <a:pPr/>
            <a:r>
              <a:t>Backend: Flask REST API for remote status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Core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TCP? Guarantees delivery and order, essential for time-critical sensor readings.</a:t>
            </a:r>
          </a:p>
          <a:p>
            <a:pPr/>
            <a:r>
              <a:t>Decoupled Workers: Prevents 'Blocking Socket' anti-pattern in GUI applications.</a:t>
            </a:r>
          </a:p>
          <a:p>
            <a:pPr/>
            <a:r>
              <a:t>Matplotlib Integration: Professional-grade trend analysis embedded in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Scaling &amp; Industrialization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Configuration-Driven: Easy to add/modify sensors via config.py.</a:t>
            </a:r>
          </a:p>
          <a:p>
            <a:pPr/>
            <a:r>
              <a:t>API First: Built-in REST API for SCADA or cloud integration.</a:t>
            </a:r>
          </a:p>
          <a:p>
            <a:pPr/>
            <a:r>
              <a:t>Robustness: Automatic reconnection and graceful handling of 'Faulty Sensor'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Advanced Bonus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Proactive Alerting: Desktop Notifications + SMTP Email Alerts.</a:t>
            </a:r>
          </a:p>
          <a:p>
            <a:pPr/>
            <a:r>
              <a:t>Maintenance Suite: Password-protected interface for system control.</a:t>
            </a:r>
          </a:p>
          <a:p>
            <a:pPr/>
            <a:r>
              <a:t>Integration: Industrial SCADA-ready REST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Demo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Feedback: 2Hz updates across table and plots.</a:t>
            </a:r>
          </a:p>
          <a:p>
            <a:pPr/>
            <a:r>
              <a:t>Alarm System: Multi-channel alerts (GUI, Notifications, API).</a:t>
            </a:r>
          </a:p>
          <a:p>
            <a:pPr/>
            <a:r>
              <a:t>Testing: 100% coverage of core business logic and API contracts.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