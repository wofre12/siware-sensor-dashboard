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Sensor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Si-Ware Systems Product Engineer Assessment</a:t>
            </a:r>
          </a:p>
          <a:p>
            <a:r>
              <a:t>Full Mandatory &amp; Bonus Feature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a robust, real-time monitoring solution for 5 industrial sensors.</a:t>
            </a:r>
          </a:p>
          <a:p>
            <a:r>
              <a:t>High-frequency updates (2Hz+), multi-source ingestion, and thread-safe UI.</a:t>
            </a:r>
          </a:p>
          <a:p>
            <a:r>
              <a:t>Outcome: Modular, scalable Python desktop app with integrated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Concurrency &amp; Threading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Dedicated QThreads: Each sensor has its own worker thread for socket I/O.</a:t>
            </a:r>
          </a:p>
          <a:p>
            <a:r>
              <a:t>No UI-Blocking: Background threads parse data; Signals used for safe rendering.</a:t>
            </a:r>
          </a:p>
          <a:p>
            <a:r>
              <a:t>Modular Workers: 5 parallel streams ensure zero head-of-line blocking.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Bonus A: Remote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Tab: Securely guarded by a password gate (default: admin).</a:t>
            </a:r>
          </a:p>
          <a:p>
            <a:r>
              <a:t>Live Log Viewer: Real-time UI tailing of app.log via LogTailer thread.</a:t>
            </a:r>
          </a:p>
          <a:p>
            <a:r>
              <a:t>Remote Commands: Self-Test (ping), Force Refresh, and Log Clearing UI.</a:t>
            </a:r>
          </a:p>
          <a:p>
            <a:r>
              <a:t>WS Streaming: WebSocket server (Port 8765) for remote telemetry.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Bonus B: Industrial Alerting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Omni-channel: Desktop Popups + SMTP Email + Webhook JSON POST.</a:t>
            </a:r>
          </a:p>
          <a:p>
            <a:r>
              <a:t>Proactive: Instant alerts on limit violation (LOW/HIGH).</a:t>
            </a:r>
          </a:p>
          <a:p>
            <a:r>
              <a:t>Intelligent: Integrated alarm deduplication to manage alert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Messaging: NDJSON (Newline-Delimited JSON) over persistent TCP streams.</a:t>
            </a:r>
          </a:p>
          <a:p>
            <a:r>
              <a:t>Simulator Core: 5 parallel TCP servers mimicking industrial PLCs.</a:t>
            </a:r>
          </a:p>
          <a:p>
            <a:r>
              <a:t>Component Flow: Simulator -&gt; Threads -&gt; Alarm Logic -&gt; GUI -&gt; External APIs.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Scaling &amp; Industrialization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Configuration-Driven: Add/modify sensors and limits via config.py.</a:t>
            </a:r>
          </a:p>
          <a:p>
            <a:r>
              <a:t>API First: REST API (Port 5000) for SCADA/Cloud readiness.</a:t>
            </a:r>
          </a:p>
          <a:p>
            <a:r>
              <a:t>Robust: Port-scanning self-tests and automatic reconnection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Demo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Performance: Smooth 2Hz table and plot updates.</a:t>
            </a:r>
          </a:p>
          <a:p>
            <a:r>
              <a:t>Visual Feedback: Red alerts, global status shifts, and popups.</a:t>
            </a:r>
          </a:p>
          <a:p>
            <a:r>
              <a:t>Verified: 100% test coverage of parsing, logic, and API contracts.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